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57" r:id="rId3"/>
    <p:sldId id="273" r:id="rId4"/>
    <p:sldId id="320" r:id="rId5"/>
    <p:sldId id="262" r:id="rId6"/>
    <p:sldId id="316" r:id="rId7"/>
    <p:sldId id="315" r:id="rId8"/>
    <p:sldId id="314" r:id="rId9"/>
    <p:sldId id="307" r:id="rId10"/>
    <p:sldId id="318" r:id="rId11"/>
    <p:sldId id="306" r:id="rId12"/>
    <p:sldId id="261" r:id="rId13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5"/>
    </p:embeddedFont>
    <p:embeddedFont>
      <p:font typeface="Gill Sans Ultra Bold" panose="020B0A02020104020203" pitchFamily="34" charset="0"/>
      <p:regular r:id="rId16"/>
    </p:embeddedFont>
    <p:embeddedFont>
      <p:font typeface="Lilita One" panose="020B0600000101010101" charset="0"/>
      <p:regular r:id="rId17"/>
    </p:embeddedFont>
    <p:embeddedFont>
      <p:font typeface="Noto Sans KR Black" panose="020B0200000000000000" pitchFamily="50" charset="-12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004F88"/>
    <a:srgbClr val="FFFFFF"/>
    <a:srgbClr val="ED0000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0FAD12-BDB6-4A2C-B5BB-1BCEEC598CF5}" v="22" dt="2025-07-29T23:46:48.741"/>
  </p1510:revLst>
</p1510:revInfo>
</file>

<file path=ppt/tableStyles.xml><?xml version="1.0" encoding="utf-8"?>
<a:tblStyleLst xmlns:a="http://schemas.openxmlformats.org/drawingml/2006/main" def="{4E3F8FC9-7B64-476F-83D9-CA25DA51A309}">
  <a:tblStyle styleId="{4E3F8FC9-7B64-476F-83D9-CA25DA51A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>
      <p:cViewPr varScale="1">
        <p:scale>
          <a:sx n="134" d="100"/>
          <a:sy n="134" d="100"/>
        </p:scale>
        <p:origin x="9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원 황" userId="ded886f7129d3bbc" providerId="LiveId" clId="{9C0FAD12-BDB6-4A2C-B5BB-1BCEEC598CF5}"/>
    <pc:docChg chg="undo custSel delSld modSld sldOrd">
      <pc:chgData name="지원 황" userId="ded886f7129d3bbc" providerId="LiveId" clId="{9C0FAD12-BDB6-4A2C-B5BB-1BCEEC598CF5}" dt="2025-07-29T23:49:31.729" v="4106" actId="20577"/>
      <pc:docMkLst>
        <pc:docMk/>
      </pc:docMkLst>
      <pc:sldChg chg="modSp mod">
        <pc:chgData name="지원 황" userId="ded886f7129d3bbc" providerId="LiveId" clId="{9C0FAD12-BDB6-4A2C-B5BB-1BCEEC598CF5}" dt="2025-07-29T13:43:08.214" v="1" actId="20577"/>
        <pc:sldMkLst>
          <pc:docMk/>
          <pc:sldMk cId="0" sldId="256"/>
        </pc:sldMkLst>
        <pc:spChg chg="mod">
          <ac:chgData name="지원 황" userId="ded886f7129d3bbc" providerId="LiveId" clId="{9C0FAD12-BDB6-4A2C-B5BB-1BCEEC598CF5}" dt="2025-07-29T13:43:08.214" v="1" actId="20577"/>
          <ac:spMkLst>
            <pc:docMk/>
            <pc:sldMk cId="0" sldId="256"/>
            <ac:spMk id="624" creationId="{00000000-0000-0000-0000-000000000000}"/>
          </ac:spMkLst>
        </pc:spChg>
      </pc:sldChg>
      <pc:sldChg chg="addSp delSp modSp mod">
        <pc:chgData name="지원 황" userId="ded886f7129d3bbc" providerId="LiveId" clId="{9C0FAD12-BDB6-4A2C-B5BB-1BCEEC598CF5}" dt="2025-07-29T22:21:39.688" v="153" actId="20577"/>
        <pc:sldMkLst>
          <pc:docMk/>
          <pc:sldMk cId="0" sldId="257"/>
        </pc:sldMkLst>
        <pc:spChg chg="add del mod">
          <ac:chgData name="지원 황" userId="ded886f7129d3bbc" providerId="LiveId" clId="{9C0FAD12-BDB6-4A2C-B5BB-1BCEEC598CF5}" dt="2025-07-29T22:20:20.750" v="42" actId="478"/>
          <ac:spMkLst>
            <pc:docMk/>
            <pc:sldMk cId="0" sldId="257"/>
            <ac:spMk id="2" creationId="{65855B80-BB53-0F98-E5D4-A8E560469564}"/>
          </ac:spMkLst>
        </pc:spChg>
        <pc:spChg chg="add mod">
          <ac:chgData name="지원 황" userId="ded886f7129d3bbc" providerId="LiveId" clId="{9C0FAD12-BDB6-4A2C-B5BB-1BCEEC598CF5}" dt="2025-07-29T22:21:39.688" v="153" actId="20577"/>
          <ac:spMkLst>
            <pc:docMk/>
            <pc:sldMk cId="0" sldId="257"/>
            <ac:spMk id="3" creationId="{AEB5C271-CDD8-3A6E-81F4-FB569018B8DD}"/>
          </ac:spMkLst>
        </pc:spChg>
        <pc:spChg chg="del">
          <ac:chgData name="지원 황" userId="ded886f7129d3bbc" providerId="LiveId" clId="{9C0FAD12-BDB6-4A2C-B5BB-1BCEEC598CF5}" dt="2025-07-29T14:40:58.162" v="6" actId="478"/>
          <ac:spMkLst>
            <pc:docMk/>
            <pc:sldMk cId="0" sldId="257"/>
            <ac:spMk id="4" creationId="{F9AD3BAD-DA3C-CE83-BFE1-1489E6251638}"/>
          </ac:spMkLst>
        </pc:spChg>
        <pc:spChg chg="add del mod">
          <ac:chgData name="지원 황" userId="ded886f7129d3bbc" providerId="LiveId" clId="{9C0FAD12-BDB6-4A2C-B5BB-1BCEEC598CF5}" dt="2025-07-29T14:40:55.387" v="3" actId="478"/>
          <ac:spMkLst>
            <pc:docMk/>
            <pc:sldMk cId="0" sldId="257"/>
            <ac:spMk id="5" creationId="{FDFCC169-E8D3-9F7F-EA88-B699F3106218}"/>
          </ac:spMkLst>
        </pc:spChg>
        <pc:spChg chg="del">
          <ac:chgData name="지원 황" userId="ded886f7129d3bbc" providerId="LiveId" clId="{9C0FAD12-BDB6-4A2C-B5BB-1BCEEC598CF5}" dt="2025-07-29T14:40:56.980" v="4" actId="478"/>
          <ac:spMkLst>
            <pc:docMk/>
            <pc:sldMk cId="0" sldId="257"/>
            <ac:spMk id="710" creationId="{00000000-0000-0000-0000-000000000000}"/>
          </ac:spMkLst>
        </pc:spChg>
        <pc:spChg chg="add del mod">
          <ac:chgData name="지원 황" userId="ded886f7129d3bbc" providerId="LiveId" clId="{9C0FAD12-BDB6-4A2C-B5BB-1BCEEC598CF5}" dt="2025-07-29T21:45:43.822" v="39" actId="20577"/>
          <ac:spMkLst>
            <pc:docMk/>
            <pc:sldMk cId="0" sldId="257"/>
            <ac:spMk id="719" creationId="{00000000-0000-0000-0000-000000000000}"/>
          </ac:spMkLst>
        </pc:spChg>
        <pc:picChg chg="del">
          <ac:chgData name="지원 황" userId="ded886f7129d3bbc" providerId="LiveId" clId="{9C0FAD12-BDB6-4A2C-B5BB-1BCEEC598CF5}" dt="2025-07-29T14:40:57.391" v="5" actId="478"/>
          <ac:picMkLst>
            <pc:docMk/>
            <pc:sldMk cId="0" sldId="257"/>
            <ac:picMk id="3" creationId="{E8D424EC-D62E-3E0A-D6AF-CB540146C1C3}"/>
          </ac:picMkLst>
        </pc:picChg>
        <pc:picChg chg="add mod">
          <ac:chgData name="지원 황" userId="ded886f7129d3bbc" providerId="LiveId" clId="{9C0FAD12-BDB6-4A2C-B5BB-1BCEEC598CF5}" dt="2025-07-29T22:20:44.475" v="51" actId="1076"/>
          <ac:picMkLst>
            <pc:docMk/>
            <pc:sldMk cId="0" sldId="257"/>
            <ac:picMk id="7" creationId="{292D8691-39C1-B113-4B5F-006F0BFA3A50}"/>
          </ac:picMkLst>
        </pc:picChg>
      </pc:sldChg>
      <pc:sldChg chg="addSp delSp modSp mod ord delAnim">
        <pc:chgData name="지원 황" userId="ded886f7129d3bbc" providerId="LiveId" clId="{9C0FAD12-BDB6-4A2C-B5BB-1BCEEC598CF5}" dt="2025-07-29T23:49:31.729" v="4106" actId="20577"/>
        <pc:sldMkLst>
          <pc:docMk/>
          <pc:sldMk cId="0" sldId="261"/>
        </pc:sldMkLst>
        <pc:spChg chg="mod">
          <ac:chgData name="지원 황" userId="ded886f7129d3bbc" providerId="LiveId" clId="{9C0FAD12-BDB6-4A2C-B5BB-1BCEEC598CF5}" dt="2025-07-29T23:49:31.729" v="4106" actId="20577"/>
          <ac:spMkLst>
            <pc:docMk/>
            <pc:sldMk cId="0" sldId="261"/>
            <ac:spMk id="8" creationId="{9151F7FF-F03C-C85A-5D7E-5C321475AEE6}"/>
          </ac:spMkLst>
        </pc:spChg>
        <pc:spChg chg="del">
          <ac:chgData name="지원 황" userId="ded886f7129d3bbc" providerId="LiveId" clId="{9C0FAD12-BDB6-4A2C-B5BB-1BCEEC598CF5}" dt="2025-07-29T23:46:49.929" v="3584" actId="478"/>
          <ac:spMkLst>
            <pc:docMk/>
            <pc:sldMk cId="0" sldId="261"/>
            <ac:spMk id="9" creationId="{4AB19577-48BB-1C14-1B96-E04EA71F5206}"/>
          </ac:spMkLst>
        </pc:spChg>
        <pc:spChg chg="mod">
          <ac:chgData name="지원 황" userId="ded886f7129d3bbc" providerId="LiveId" clId="{9C0FAD12-BDB6-4A2C-B5BB-1BCEEC598CF5}" dt="2025-07-29T23:49:04.806" v="4049" actId="207"/>
          <ac:spMkLst>
            <pc:docMk/>
            <pc:sldMk cId="0" sldId="261"/>
            <ac:spMk id="10" creationId="{0BAF1B84-B1BE-E501-2669-9C35543FFECC}"/>
          </ac:spMkLst>
        </pc:spChg>
        <pc:picChg chg="add mod">
          <ac:chgData name="지원 황" userId="ded886f7129d3bbc" providerId="LiveId" clId="{9C0FAD12-BDB6-4A2C-B5BB-1BCEEC598CF5}" dt="2025-07-29T23:47:30.369" v="3589" actId="1076"/>
          <ac:picMkLst>
            <pc:docMk/>
            <pc:sldMk cId="0" sldId="261"/>
            <ac:picMk id="3" creationId="{EE84D9D7-94ED-C601-AD7C-4A13F9512989}"/>
          </ac:picMkLst>
        </pc:picChg>
        <pc:picChg chg="del">
          <ac:chgData name="지원 황" userId="ded886f7129d3bbc" providerId="LiveId" clId="{9C0FAD12-BDB6-4A2C-B5BB-1BCEEC598CF5}" dt="2025-07-29T23:46:47.302" v="3580" actId="478"/>
          <ac:picMkLst>
            <pc:docMk/>
            <pc:sldMk cId="0" sldId="261"/>
            <ac:picMk id="4" creationId="{3664C830-85F7-F0F6-2FEA-7179328DF9D7}"/>
          </ac:picMkLst>
        </pc:picChg>
      </pc:sldChg>
      <pc:sldChg chg="addSp delSp modSp mod ord">
        <pc:chgData name="지원 황" userId="ded886f7129d3bbc" providerId="LiveId" clId="{9C0FAD12-BDB6-4A2C-B5BB-1BCEEC598CF5}" dt="2025-07-29T22:50:51.993" v="1917" actId="207"/>
        <pc:sldMkLst>
          <pc:docMk/>
          <pc:sldMk cId="0" sldId="262"/>
        </pc:sldMkLst>
        <pc:spChg chg="mod">
          <ac:chgData name="지원 황" userId="ded886f7129d3bbc" providerId="LiveId" clId="{9C0FAD12-BDB6-4A2C-B5BB-1BCEEC598CF5}" dt="2025-07-29T22:50:51.993" v="1917" actId="207"/>
          <ac:spMkLst>
            <pc:docMk/>
            <pc:sldMk cId="0" sldId="262"/>
            <ac:spMk id="4" creationId="{57535ADC-C012-7F46-6C37-BA6ADF0D0AA9}"/>
          </ac:spMkLst>
        </pc:spChg>
        <pc:spChg chg="mod">
          <ac:chgData name="지원 황" userId="ded886f7129d3bbc" providerId="LiveId" clId="{9C0FAD12-BDB6-4A2C-B5BB-1BCEEC598CF5}" dt="2025-07-29T22:48:06.993" v="1491" actId="20577"/>
          <ac:spMkLst>
            <pc:docMk/>
            <pc:sldMk cId="0" sldId="262"/>
            <ac:spMk id="1039" creationId="{00000000-0000-0000-0000-000000000000}"/>
          </ac:spMkLst>
        </pc:spChg>
        <pc:picChg chg="del">
          <ac:chgData name="지원 황" userId="ded886f7129d3bbc" providerId="LiveId" clId="{9C0FAD12-BDB6-4A2C-B5BB-1BCEEC598CF5}" dt="2025-07-29T22:48:08.727" v="1492" actId="478"/>
          <ac:picMkLst>
            <pc:docMk/>
            <pc:sldMk cId="0" sldId="262"/>
            <ac:picMk id="3" creationId="{439D9A98-8DA8-8CFD-EF30-4BF6A5A671A8}"/>
          </ac:picMkLst>
        </pc:picChg>
        <pc:picChg chg="add mod">
          <ac:chgData name="지원 황" userId="ded886f7129d3bbc" providerId="LiveId" clId="{9C0FAD12-BDB6-4A2C-B5BB-1BCEEC598CF5}" dt="2025-07-29T22:49:29.442" v="1501" actId="1076"/>
          <ac:picMkLst>
            <pc:docMk/>
            <pc:sldMk cId="0" sldId="262"/>
            <ac:picMk id="5" creationId="{0A3D1B96-47B6-18C4-724C-9D1CDBE63D64}"/>
          </ac:picMkLst>
        </pc:picChg>
      </pc:sldChg>
      <pc:sldChg chg="addSp delSp modSp mod">
        <pc:chgData name="지원 황" userId="ded886f7129d3bbc" providerId="LiveId" clId="{9C0FAD12-BDB6-4A2C-B5BB-1BCEEC598CF5}" dt="2025-07-29T22:26:33.954" v="672" actId="1076"/>
        <pc:sldMkLst>
          <pc:docMk/>
          <pc:sldMk cId="0" sldId="273"/>
        </pc:sldMkLst>
        <pc:spChg chg="add del mod">
          <ac:chgData name="지원 황" userId="ded886f7129d3bbc" providerId="LiveId" clId="{9C0FAD12-BDB6-4A2C-B5BB-1BCEEC598CF5}" dt="2025-07-29T22:23:23.402" v="169" actId="478"/>
          <ac:spMkLst>
            <pc:docMk/>
            <pc:sldMk cId="0" sldId="273"/>
            <ac:spMk id="5" creationId="{3A45808D-0396-BF32-788E-808165D793D8}"/>
          </ac:spMkLst>
        </pc:spChg>
        <pc:spChg chg="add mod">
          <ac:chgData name="지원 황" userId="ded886f7129d3bbc" providerId="LiveId" clId="{9C0FAD12-BDB6-4A2C-B5BB-1BCEEC598CF5}" dt="2025-07-29T22:26:33.954" v="672" actId="1076"/>
          <ac:spMkLst>
            <pc:docMk/>
            <pc:sldMk cId="0" sldId="273"/>
            <ac:spMk id="6" creationId="{8D1BF5AE-DAA0-B110-EF3E-CB543E313D37}"/>
          </ac:spMkLst>
        </pc:spChg>
        <pc:spChg chg="del">
          <ac:chgData name="지원 황" userId="ded886f7129d3bbc" providerId="LiveId" clId="{9C0FAD12-BDB6-4A2C-B5BB-1BCEEC598CF5}" dt="2025-07-29T22:22:17.529" v="155" actId="478"/>
          <ac:spMkLst>
            <pc:docMk/>
            <pc:sldMk cId="0" sldId="273"/>
            <ac:spMk id="1801" creationId="{00000000-0000-0000-0000-000000000000}"/>
          </ac:spMkLst>
        </pc:spChg>
        <pc:grpChg chg="del mod">
          <ac:chgData name="지원 황" userId="ded886f7129d3bbc" providerId="LiveId" clId="{9C0FAD12-BDB6-4A2C-B5BB-1BCEEC598CF5}" dt="2025-07-29T22:23:41.833" v="173" actId="478"/>
          <ac:grpSpMkLst>
            <pc:docMk/>
            <pc:sldMk cId="0" sldId="273"/>
            <ac:grpSpMk id="1803" creationId="{00000000-0000-0000-0000-000000000000}"/>
          </ac:grpSpMkLst>
        </pc:grpChg>
        <pc:grpChg chg="mod">
          <ac:chgData name="지원 황" userId="ded886f7129d3bbc" providerId="LiveId" clId="{9C0FAD12-BDB6-4A2C-B5BB-1BCEEC598CF5}" dt="2025-07-29T22:23:14.076" v="165" actId="1076"/>
          <ac:grpSpMkLst>
            <pc:docMk/>
            <pc:sldMk cId="0" sldId="273"/>
            <ac:grpSpMk id="1810" creationId="{00000000-0000-0000-0000-000000000000}"/>
          </ac:grpSpMkLst>
        </pc:grpChg>
        <pc:picChg chg="del">
          <ac:chgData name="지원 황" userId="ded886f7129d3bbc" providerId="LiveId" clId="{9C0FAD12-BDB6-4A2C-B5BB-1BCEEC598CF5}" dt="2025-07-29T22:22:16.511" v="154" actId="478"/>
          <ac:picMkLst>
            <pc:docMk/>
            <pc:sldMk cId="0" sldId="273"/>
            <ac:picMk id="3" creationId="{D2F27CDE-E0D7-9A5F-13C9-F7151BE80B9C}"/>
          </ac:picMkLst>
        </pc:picChg>
        <pc:picChg chg="add mod">
          <ac:chgData name="지원 황" userId="ded886f7129d3bbc" providerId="LiveId" clId="{9C0FAD12-BDB6-4A2C-B5BB-1BCEEC598CF5}" dt="2025-07-29T22:23:17.466" v="166" actId="1076"/>
          <ac:picMkLst>
            <pc:docMk/>
            <pc:sldMk cId="0" sldId="273"/>
            <ac:picMk id="4" creationId="{278E34E7-4A06-9D5F-14D3-1B7D233C8E35}"/>
          </ac:picMkLst>
        </pc:picChg>
      </pc:sldChg>
      <pc:sldChg chg="addSp delSp modSp mod ord">
        <pc:chgData name="지원 황" userId="ded886f7129d3bbc" providerId="LiveId" clId="{9C0FAD12-BDB6-4A2C-B5BB-1BCEEC598CF5}" dt="2025-07-29T23:45:36.587" v="3577" actId="20577"/>
        <pc:sldMkLst>
          <pc:docMk/>
          <pc:sldMk cId="2635437380" sldId="306"/>
        </pc:sldMkLst>
        <pc:spChg chg="mod">
          <ac:chgData name="지원 황" userId="ded886f7129d3bbc" providerId="LiveId" clId="{9C0FAD12-BDB6-4A2C-B5BB-1BCEEC598CF5}" dt="2025-07-29T23:45:36.587" v="3577" actId="20577"/>
          <ac:spMkLst>
            <pc:docMk/>
            <pc:sldMk cId="2635437380" sldId="306"/>
            <ac:spMk id="5" creationId="{6D23AF95-575F-3B30-4571-B339175DEF6A}"/>
          </ac:spMkLst>
        </pc:spChg>
        <pc:spChg chg="mod">
          <ac:chgData name="지원 황" userId="ded886f7129d3bbc" providerId="LiveId" clId="{9C0FAD12-BDB6-4A2C-B5BB-1BCEEC598CF5}" dt="2025-07-29T23:41:56.344" v="3187" actId="20577"/>
          <ac:spMkLst>
            <pc:docMk/>
            <pc:sldMk cId="2635437380" sldId="306"/>
            <ac:spMk id="1992" creationId="{EB436531-4015-1076-00CA-529F2CE4F983}"/>
          </ac:spMkLst>
        </pc:spChg>
        <pc:picChg chg="del">
          <ac:chgData name="지원 황" userId="ded886f7129d3bbc" providerId="LiveId" clId="{9C0FAD12-BDB6-4A2C-B5BB-1BCEEC598CF5}" dt="2025-07-29T23:41:56.955" v="3188" actId="478"/>
          <ac:picMkLst>
            <pc:docMk/>
            <pc:sldMk cId="2635437380" sldId="306"/>
            <ac:picMk id="3" creationId="{384F277B-1F66-685C-4089-43F1E78690A5}"/>
          </ac:picMkLst>
        </pc:picChg>
        <pc:picChg chg="add mod">
          <ac:chgData name="지원 황" userId="ded886f7129d3bbc" providerId="LiveId" clId="{9C0FAD12-BDB6-4A2C-B5BB-1BCEEC598CF5}" dt="2025-07-29T23:43:27.909" v="3192" actId="1076"/>
          <ac:picMkLst>
            <pc:docMk/>
            <pc:sldMk cId="2635437380" sldId="306"/>
            <ac:picMk id="4" creationId="{853051D0-6518-710A-9965-B5F449F6FA4F}"/>
          </ac:picMkLst>
        </pc:picChg>
      </pc:sldChg>
      <pc:sldChg chg="addSp delSp modSp mod ord">
        <pc:chgData name="지원 황" userId="ded886f7129d3bbc" providerId="LiveId" clId="{9C0FAD12-BDB6-4A2C-B5BB-1BCEEC598CF5}" dt="2025-07-29T23:20:52.778" v="3161" actId="1076"/>
        <pc:sldMkLst>
          <pc:docMk/>
          <pc:sldMk cId="553647309" sldId="307"/>
        </pc:sldMkLst>
        <pc:spChg chg="mod">
          <ac:chgData name="지원 황" userId="ded886f7129d3bbc" providerId="LiveId" clId="{9C0FAD12-BDB6-4A2C-B5BB-1BCEEC598CF5}" dt="2025-07-29T23:20:48.290" v="3160" actId="20577"/>
          <ac:spMkLst>
            <pc:docMk/>
            <pc:sldMk cId="553647309" sldId="307"/>
            <ac:spMk id="6" creationId="{C0535246-7130-1C86-F17A-9D0988D6B5D7}"/>
          </ac:spMkLst>
        </pc:spChg>
        <pc:spChg chg="mod">
          <ac:chgData name="지원 황" userId="ded886f7129d3bbc" providerId="LiveId" clId="{9C0FAD12-BDB6-4A2C-B5BB-1BCEEC598CF5}" dt="2025-07-29T23:18:26.670" v="2792" actId="20577"/>
          <ac:spMkLst>
            <pc:docMk/>
            <pc:sldMk cId="553647309" sldId="307"/>
            <ac:spMk id="932" creationId="{03028C9D-FB17-6DBE-8099-5050022BB6F2}"/>
          </ac:spMkLst>
        </pc:spChg>
        <pc:picChg chg="del">
          <ac:chgData name="지원 황" userId="ded886f7129d3bbc" providerId="LiveId" clId="{9C0FAD12-BDB6-4A2C-B5BB-1BCEEC598CF5}" dt="2025-07-29T23:18:42.334" v="2793" actId="478"/>
          <ac:picMkLst>
            <pc:docMk/>
            <pc:sldMk cId="553647309" sldId="307"/>
            <ac:picMk id="3" creationId="{1125AB2A-2481-CEF0-5D21-5B1C4B5E4D56}"/>
          </ac:picMkLst>
        </pc:picChg>
        <pc:picChg chg="add mod">
          <ac:chgData name="지원 황" userId="ded886f7129d3bbc" providerId="LiveId" clId="{9C0FAD12-BDB6-4A2C-B5BB-1BCEEC598CF5}" dt="2025-07-29T23:20:52.778" v="3161" actId="1076"/>
          <ac:picMkLst>
            <pc:docMk/>
            <pc:sldMk cId="553647309" sldId="307"/>
            <ac:picMk id="4" creationId="{FAC3E317-16D1-9291-B589-44196D779F3C}"/>
          </ac:picMkLst>
        </pc:picChg>
      </pc:sldChg>
      <pc:sldChg chg="del">
        <pc:chgData name="지원 황" userId="ded886f7129d3bbc" providerId="LiveId" clId="{9C0FAD12-BDB6-4A2C-B5BB-1BCEEC598CF5}" dt="2025-07-29T23:45:39.110" v="3578" actId="47"/>
        <pc:sldMkLst>
          <pc:docMk/>
          <pc:sldMk cId="3728361995" sldId="313"/>
        </pc:sldMkLst>
      </pc:sldChg>
      <pc:sldChg chg="addSp delSp modSp mod ord">
        <pc:chgData name="지원 황" userId="ded886f7129d3bbc" providerId="LiveId" clId="{9C0FAD12-BDB6-4A2C-B5BB-1BCEEC598CF5}" dt="2025-07-29T22:46:03.929" v="1458" actId="478"/>
        <pc:sldMkLst>
          <pc:docMk/>
          <pc:sldMk cId="845828820" sldId="314"/>
        </pc:sldMkLst>
        <pc:spChg chg="mod">
          <ac:chgData name="지원 황" userId="ded886f7129d3bbc" providerId="LiveId" clId="{9C0FAD12-BDB6-4A2C-B5BB-1BCEEC598CF5}" dt="2025-07-29T22:45:58.139" v="1456" actId="20577"/>
          <ac:spMkLst>
            <pc:docMk/>
            <pc:sldMk cId="845828820" sldId="314"/>
            <ac:spMk id="4" creationId="{F3A1A83C-0A90-4920-2C22-F566060A4722}"/>
          </ac:spMkLst>
        </pc:spChg>
        <pc:spChg chg="mod">
          <ac:chgData name="지원 황" userId="ded886f7129d3bbc" providerId="LiveId" clId="{9C0FAD12-BDB6-4A2C-B5BB-1BCEEC598CF5}" dt="2025-07-29T22:44:50.962" v="1263" actId="20577"/>
          <ac:spMkLst>
            <pc:docMk/>
            <pc:sldMk cId="845828820" sldId="314"/>
            <ac:spMk id="6" creationId="{EF17070D-680E-3BFD-0916-90C377367611}"/>
          </ac:spMkLst>
        </pc:spChg>
        <pc:grpChg chg="add del">
          <ac:chgData name="지원 황" userId="ded886f7129d3bbc" providerId="LiveId" clId="{9C0FAD12-BDB6-4A2C-B5BB-1BCEEC598CF5}" dt="2025-07-29T22:46:03.929" v="1458" actId="478"/>
          <ac:grpSpMkLst>
            <pc:docMk/>
            <pc:sldMk cId="845828820" sldId="314"/>
            <ac:grpSpMk id="1040" creationId="{647ABB32-E092-DB0F-4342-1141927978B5}"/>
          </ac:grpSpMkLst>
        </pc:grpChg>
        <pc:picChg chg="add mod">
          <ac:chgData name="지원 황" userId="ded886f7129d3bbc" providerId="LiveId" clId="{9C0FAD12-BDB6-4A2C-B5BB-1BCEEC598CF5}" dt="2025-07-29T22:45:12.365" v="1273" actId="1076"/>
          <ac:picMkLst>
            <pc:docMk/>
            <pc:sldMk cId="845828820" sldId="314"/>
            <ac:picMk id="3" creationId="{8B6BEF4A-40B1-7FA3-E49A-B3B5D49155C0}"/>
          </ac:picMkLst>
        </pc:picChg>
        <pc:picChg chg="del">
          <ac:chgData name="지원 황" userId="ded886f7129d3bbc" providerId="LiveId" clId="{9C0FAD12-BDB6-4A2C-B5BB-1BCEEC598CF5}" dt="2025-07-29T22:44:55.038" v="1266" actId="478"/>
          <ac:picMkLst>
            <pc:docMk/>
            <pc:sldMk cId="845828820" sldId="314"/>
            <ac:picMk id="5" creationId="{1BD42B7B-B833-246F-3948-62B27974C737}"/>
          </ac:picMkLst>
        </pc:picChg>
      </pc:sldChg>
      <pc:sldChg chg="addSp delSp modSp mod">
        <pc:chgData name="지원 황" userId="ded886f7129d3bbc" providerId="LiveId" clId="{9C0FAD12-BDB6-4A2C-B5BB-1BCEEC598CF5}" dt="2025-07-29T23:03:44.598" v="2632" actId="255"/>
        <pc:sldMkLst>
          <pc:docMk/>
          <pc:sldMk cId="1849513161" sldId="315"/>
        </pc:sldMkLst>
        <pc:spChg chg="mod">
          <ac:chgData name="지원 황" userId="ded886f7129d3bbc" providerId="LiveId" clId="{9C0FAD12-BDB6-4A2C-B5BB-1BCEEC598CF5}" dt="2025-07-29T22:33:37.292" v="909" actId="20577"/>
          <ac:spMkLst>
            <pc:docMk/>
            <pc:sldMk cId="1849513161" sldId="315"/>
            <ac:spMk id="2" creationId="{00A84FDF-834A-760C-0C87-399AEDECBF79}"/>
          </ac:spMkLst>
        </pc:spChg>
        <pc:spChg chg="mod">
          <ac:chgData name="지원 황" userId="ded886f7129d3bbc" providerId="LiveId" clId="{9C0FAD12-BDB6-4A2C-B5BB-1BCEEC598CF5}" dt="2025-07-29T23:03:44.598" v="2632" actId="255"/>
          <ac:spMkLst>
            <pc:docMk/>
            <pc:sldMk cId="1849513161" sldId="315"/>
            <ac:spMk id="10" creationId="{15B15794-77F4-81BF-CA47-5F0D80454C96}"/>
          </ac:spMkLst>
        </pc:spChg>
        <pc:spChg chg="add del">
          <ac:chgData name="지원 황" userId="ded886f7129d3bbc" providerId="LiveId" clId="{9C0FAD12-BDB6-4A2C-B5BB-1BCEEC598CF5}" dt="2025-07-29T22:36:23.742" v="922" actId="478"/>
          <ac:spMkLst>
            <pc:docMk/>
            <pc:sldMk cId="1849513161" sldId="315"/>
            <ac:spMk id="986" creationId="{4539DF8B-4AA4-42F0-15BE-F8F52FDDF8F4}"/>
          </ac:spMkLst>
        </pc:spChg>
        <pc:picChg chg="add mod">
          <ac:chgData name="지원 황" userId="ded886f7129d3bbc" providerId="LiveId" clId="{9C0FAD12-BDB6-4A2C-B5BB-1BCEEC598CF5}" dt="2025-07-29T22:36:26.284" v="930"/>
          <ac:picMkLst>
            <pc:docMk/>
            <pc:sldMk cId="1849513161" sldId="315"/>
            <ac:picMk id="4" creationId="{59A30925-6CF7-2E27-36D6-63212D7A6FC3}"/>
          </ac:picMkLst>
        </pc:picChg>
        <pc:picChg chg="del">
          <ac:chgData name="지원 황" userId="ded886f7129d3bbc" providerId="LiveId" clId="{9C0FAD12-BDB6-4A2C-B5BB-1BCEEC598CF5}" dt="2025-07-29T22:33:48.765" v="910" actId="478"/>
          <ac:picMkLst>
            <pc:docMk/>
            <pc:sldMk cId="1849513161" sldId="315"/>
            <ac:picMk id="6" creationId="{045E2DD0-4C4D-3819-9168-A8FC9033047D}"/>
          </ac:picMkLst>
        </pc:picChg>
        <pc:picChg chg="add mod">
          <ac:chgData name="지원 황" userId="ded886f7129d3bbc" providerId="LiveId" clId="{9C0FAD12-BDB6-4A2C-B5BB-1BCEEC598CF5}" dt="2025-07-29T22:36:46.213" v="936" actId="1076"/>
          <ac:picMkLst>
            <pc:docMk/>
            <pc:sldMk cId="1849513161" sldId="315"/>
            <ac:picMk id="7" creationId="{461A165E-B36C-3928-C10D-3CE91D0AC665}"/>
          </ac:picMkLst>
        </pc:picChg>
      </pc:sldChg>
      <pc:sldChg chg="addSp delSp modSp mod ord">
        <pc:chgData name="지원 황" userId="ded886f7129d3bbc" providerId="LiveId" clId="{9C0FAD12-BDB6-4A2C-B5BB-1BCEEC598CF5}" dt="2025-07-29T23:03:54.977" v="2633" actId="255"/>
        <pc:sldMkLst>
          <pc:docMk/>
          <pc:sldMk cId="1070033288" sldId="316"/>
        </pc:sldMkLst>
        <pc:spChg chg="mod">
          <ac:chgData name="지원 황" userId="ded886f7129d3bbc" providerId="LiveId" clId="{9C0FAD12-BDB6-4A2C-B5BB-1BCEEC598CF5}" dt="2025-07-29T23:03:54.977" v="2633" actId="255"/>
          <ac:spMkLst>
            <pc:docMk/>
            <pc:sldMk cId="1070033288" sldId="316"/>
            <ac:spMk id="4" creationId="{DCF448A9-41CE-8E51-81AC-4CF70EAB46C7}"/>
          </ac:spMkLst>
        </pc:spChg>
        <pc:spChg chg="mod">
          <ac:chgData name="지원 황" userId="ded886f7129d3bbc" providerId="LiveId" clId="{9C0FAD12-BDB6-4A2C-B5BB-1BCEEC598CF5}" dt="2025-07-29T22:53:54.611" v="1976" actId="20577"/>
          <ac:spMkLst>
            <pc:docMk/>
            <pc:sldMk cId="1070033288" sldId="316"/>
            <ac:spMk id="932" creationId="{A3B56C7D-45A2-834F-0806-DEB855C9D609}"/>
          </ac:spMkLst>
        </pc:spChg>
        <pc:picChg chg="del">
          <ac:chgData name="지원 황" userId="ded886f7129d3bbc" providerId="LiveId" clId="{9C0FAD12-BDB6-4A2C-B5BB-1BCEEC598CF5}" dt="2025-07-29T22:53:32.174" v="1923" actId="478"/>
          <ac:picMkLst>
            <pc:docMk/>
            <pc:sldMk cId="1070033288" sldId="316"/>
            <ac:picMk id="3" creationId="{176B5C4B-D8C0-6FCE-82D2-F6C5620FE5F7}"/>
          </ac:picMkLst>
        </pc:picChg>
        <pc:picChg chg="add mod">
          <ac:chgData name="지원 황" userId="ded886f7129d3bbc" providerId="LiveId" clId="{9C0FAD12-BDB6-4A2C-B5BB-1BCEEC598CF5}" dt="2025-07-29T22:54:00.923" v="1979" actId="1076"/>
          <ac:picMkLst>
            <pc:docMk/>
            <pc:sldMk cId="1070033288" sldId="316"/>
            <ac:picMk id="5" creationId="{6E8924AE-3426-DC9B-69F8-AD8629143C51}"/>
          </ac:picMkLst>
        </pc:picChg>
      </pc:sldChg>
      <pc:sldChg chg="addSp delSp modSp del mod">
        <pc:chgData name="지원 황" userId="ded886f7129d3bbc" providerId="LiveId" clId="{9C0FAD12-BDB6-4A2C-B5BB-1BCEEC598CF5}" dt="2025-07-29T23:11:28.391" v="2649" actId="47"/>
        <pc:sldMkLst>
          <pc:docMk/>
          <pc:sldMk cId="392530871" sldId="317"/>
        </pc:sldMkLst>
        <pc:spChg chg="mod">
          <ac:chgData name="지원 황" userId="ded886f7129d3bbc" providerId="LiveId" clId="{9C0FAD12-BDB6-4A2C-B5BB-1BCEEC598CF5}" dt="2025-07-29T23:04:17.914" v="2648" actId="20577"/>
          <ac:spMkLst>
            <pc:docMk/>
            <pc:sldMk cId="392530871" sldId="317"/>
            <ac:spMk id="5" creationId="{CCCE49F4-DEC3-4B48-BA55-EB9684B61D21}"/>
          </ac:spMkLst>
        </pc:spChg>
        <pc:spChg chg="mod">
          <ac:chgData name="지원 황" userId="ded886f7129d3bbc" providerId="LiveId" clId="{9C0FAD12-BDB6-4A2C-B5BB-1BCEEC598CF5}" dt="2025-07-29T22:57:49.270" v="2381" actId="20577"/>
          <ac:spMkLst>
            <pc:docMk/>
            <pc:sldMk cId="392530871" sldId="317"/>
            <ac:spMk id="719" creationId="{79E382FA-65C9-EB7A-59B4-25742F2F5A95}"/>
          </ac:spMkLst>
        </pc:spChg>
        <pc:picChg chg="add mod">
          <ac:chgData name="지원 황" userId="ded886f7129d3bbc" providerId="LiveId" clId="{9C0FAD12-BDB6-4A2C-B5BB-1BCEEC598CF5}" dt="2025-07-29T22:58:03.888" v="2388" actId="1076"/>
          <ac:picMkLst>
            <pc:docMk/>
            <pc:sldMk cId="392530871" sldId="317"/>
            <ac:picMk id="3" creationId="{52A6C7F9-6B82-82D6-B003-E3C9FF6BBD25}"/>
          </ac:picMkLst>
        </pc:picChg>
        <pc:picChg chg="del">
          <ac:chgData name="지원 황" userId="ded886f7129d3bbc" providerId="LiveId" clId="{9C0FAD12-BDB6-4A2C-B5BB-1BCEEC598CF5}" dt="2025-07-29T22:57:22.084" v="2289" actId="478"/>
          <ac:picMkLst>
            <pc:docMk/>
            <pc:sldMk cId="392530871" sldId="317"/>
            <ac:picMk id="4" creationId="{2473623E-7B2B-3573-6A31-ED50AB7304C0}"/>
          </ac:picMkLst>
        </pc:picChg>
      </pc:sldChg>
      <pc:sldChg chg="addSp delSp modSp mod">
        <pc:chgData name="지원 황" userId="ded886f7129d3bbc" providerId="LiveId" clId="{9C0FAD12-BDB6-4A2C-B5BB-1BCEEC598CF5}" dt="2025-07-29T23:17:56.916" v="2737" actId="208"/>
        <pc:sldMkLst>
          <pc:docMk/>
          <pc:sldMk cId="1134995396" sldId="318"/>
        </pc:sldMkLst>
        <pc:spChg chg="del">
          <ac:chgData name="지원 황" userId="ded886f7129d3bbc" providerId="LiveId" clId="{9C0FAD12-BDB6-4A2C-B5BB-1BCEEC598CF5}" dt="2025-07-29T23:13:40.656" v="2651" actId="478"/>
          <ac:spMkLst>
            <pc:docMk/>
            <pc:sldMk cId="1134995396" sldId="318"/>
            <ac:spMk id="4" creationId="{E22B2B58-0A00-325A-74BE-8FE9A3FE2B10}"/>
          </ac:spMkLst>
        </pc:spChg>
        <pc:spChg chg="add del mod">
          <ac:chgData name="지원 황" userId="ded886f7129d3bbc" providerId="LiveId" clId="{9C0FAD12-BDB6-4A2C-B5BB-1BCEEC598CF5}" dt="2025-07-29T23:17:06.287" v="2725" actId="478"/>
          <ac:spMkLst>
            <pc:docMk/>
            <pc:sldMk cId="1134995396" sldId="318"/>
            <ac:spMk id="43" creationId="{FA527032-65C6-A7B3-8F71-208F9D0368FD}"/>
          </ac:spMkLst>
        </pc:spChg>
        <pc:spChg chg="add del mod">
          <ac:chgData name="지원 황" userId="ded886f7129d3bbc" providerId="LiveId" clId="{9C0FAD12-BDB6-4A2C-B5BB-1BCEEC598CF5}" dt="2025-07-29T23:17:06.287" v="2725" actId="478"/>
          <ac:spMkLst>
            <pc:docMk/>
            <pc:sldMk cId="1134995396" sldId="318"/>
            <ac:spMk id="1039" creationId="{F4B3FB7B-3946-5AAF-7B44-77B12D9F0236}"/>
          </ac:spMkLst>
        </pc:spChg>
        <pc:grpChg chg="ord">
          <ac:chgData name="지원 황" userId="ded886f7129d3bbc" providerId="LiveId" clId="{9C0FAD12-BDB6-4A2C-B5BB-1BCEEC598CF5}" dt="2025-07-29T23:15:27.163" v="2686" actId="166"/>
          <ac:grpSpMkLst>
            <pc:docMk/>
            <pc:sldMk cId="1134995396" sldId="318"/>
            <ac:grpSpMk id="6" creationId="{BFB86E4C-5E3C-78DF-B536-4D37981624EA}"/>
          </ac:grpSpMkLst>
        </pc:grpChg>
        <pc:picChg chg="add mod">
          <ac:chgData name="지원 황" userId="ded886f7129d3bbc" providerId="LiveId" clId="{9C0FAD12-BDB6-4A2C-B5BB-1BCEEC598CF5}" dt="2025-07-29T23:17:47.761" v="2736" actId="208"/>
          <ac:picMkLst>
            <pc:docMk/>
            <pc:sldMk cId="1134995396" sldId="318"/>
            <ac:picMk id="3" creationId="{86B5496C-D768-F2DD-8AD4-BE155C66378C}"/>
          </ac:picMkLst>
        </pc:picChg>
        <pc:picChg chg="add mod">
          <ac:chgData name="지원 황" userId="ded886f7129d3bbc" providerId="LiveId" clId="{9C0FAD12-BDB6-4A2C-B5BB-1BCEEC598CF5}" dt="2025-07-29T23:17:56.916" v="2737" actId="208"/>
          <ac:picMkLst>
            <pc:docMk/>
            <pc:sldMk cId="1134995396" sldId="318"/>
            <ac:picMk id="40" creationId="{19B39998-4FEA-62D4-3E4A-51F8F6C337FD}"/>
          </ac:picMkLst>
        </pc:picChg>
        <pc:picChg chg="del">
          <ac:chgData name="지원 황" userId="ded886f7129d3bbc" providerId="LiveId" clId="{9C0FAD12-BDB6-4A2C-B5BB-1BCEEC598CF5}" dt="2025-07-29T23:13:39.456" v="2650" actId="478"/>
          <ac:picMkLst>
            <pc:docMk/>
            <pc:sldMk cId="1134995396" sldId="318"/>
            <ac:picMk id="41" creationId="{A0BAF960-D7D6-FA95-1659-8E173BF087FE}"/>
          </ac:picMkLst>
        </pc:picChg>
      </pc:sldChg>
      <pc:sldChg chg="del">
        <pc:chgData name="지원 황" userId="ded886f7129d3bbc" providerId="LiveId" clId="{9C0FAD12-BDB6-4A2C-B5BB-1BCEEC598CF5}" dt="2025-07-29T23:45:40.170" v="3579" actId="47"/>
        <pc:sldMkLst>
          <pc:docMk/>
          <pc:sldMk cId="3347029449" sldId="319"/>
        </pc:sldMkLst>
      </pc:sldChg>
      <pc:sldChg chg="addSp delSp modSp mod ord delAnim">
        <pc:chgData name="지원 황" userId="ded886f7129d3bbc" providerId="LiveId" clId="{9C0FAD12-BDB6-4A2C-B5BB-1BCEEC598CF5}" dt="2025-07-29T22:31:25.218" v="883" actId="1076"/>
        <pc:sldMkLst>
          <pc:docMk/>
          <pc:sldMk cId="1925623816" sldId="320"/>
        </pc:sldMkLst>
        <pc:spChg chg="del">
          <ac:chgData name="지원 황" userId="ded886f7129d3bbc" providerId="LiveId" clId="{9C0FAD12-BDB6-4A2C-B5BB-1BCEEC598CF5}" dt="2025-07-29T22:28:41.336" v="726" actId="478"/>
          <ac:spMkLst>
            <pc:docMk/>
            <pc:sldMk cId="1925623816" sldId="320"/>
            <ac:spMk id="6" creationId="{FB36533B-1AC5-96D0-FA7C-AF7356CCE429}"/>
          </ac:spMkLst>
        </pc:spChg>
        <pc:spChg chg="mod">
          <ac:chgData name="지원 황" userId="ded886f7129d3bbc" providerId="LiveId" clId="{9C0FAD12-BDB6-4A2C-B5BB-1BCEEC598CF5}" dt="2025-07-29T22:29:48.630" v="875" actId="1076"/>
          <ac:spMkLst>
            <pc:docMk/>
            <pc:sldMk cId="1925623816" sldId="320"/>
            <ac:spMk id="9" creationId="{705053EF-BD36-C021-E015-BD8BF73E0993}"/>
          </ac:spMkLst>
        </pc:spChg>
        <pc:spChg chg="del">
          <ac:chgData name="지원 황" userId="ded886f7129d3bbc" providerId="LiveId" clId="{9C0FAD12-BDB6-4A2C-B5BB-1BCEEC598CF5}" dt="2025-07-29T22:28:11.364" v="676" actId="478"/>
          <ac:spMkLst>
            <pc:docMk/>
            <pc:sldMk cId="1925623816" sldId="320"/>
            <ac:spMk id="10" creationId="{16F22620-6841-866F-511A-774C97E4A45A}"/>
          </ac:spMkLst>
        </pc:spChg>
        <pc:spChg chg="del">
          <ac:chgData name="지원 황" userId="ded886f7129d3bbc" providerId="LiveId" clId="{9C0FAD12-BDB6-4A2C-B5BB-1BCEEC598CF5}" dt="2025-07-29T22:28:12.028" v="677" actId="478"/>
          <ac:spMkLst>
            <pc:docMk/>
            <pc:sldMk cId="1925623816" sldId="320"/>
            <ac:spMk id="11" creationId="{C1BEAD4C-24D0-9E82-9E8A-A28E100E2899}"/>
          </ac:spMkLst>
        </pc:spChg>
        <pc:spChg chg="mod">
          <ac:chgData name="지원 황" userId="ded886f7129d3bbc" providerId="LiveId" clId="{9C0FAD12-BDB6-4A2C-B5BB-1BCEEC598CF5}" dt="2025-07-29T22:28:37.278" v="724" actId="20577"/>
          <ac:spMkLst>
            <pc:docMk/>
            <pc:sldMk cId="1925623816" sldId="320"/>
            <ac:spMk id="1992" creationId="{083524D3-268C-BFAB-41AA-9CD971401180}"/>
          </ac:spMkLst>
        </pc:spChg>
        <pc:picChg chg="add del mod">
          <ac:chgData name="지원 황" userId="ded886f7129d3bbc" providerId="LiveId" clId="{9C0FAD12-BDB6-4A2C-B5BB-1BCEEC598CF5}" dt="2025-07-29T22:30:28.181" v="876" actId="478"/>
          <ac:picMkLst>
            <pc:docMk/>
            <pc:sldMk cId="1925623816" sldId="320"/>
            <ac:picMk id="3" creationId="{A95C269D-5358-E5BE-D0DF-838C2500D359}"/>
          </ac:picMkLst>
        </pc:picChg>
        <pc:picChg chg="del">
          <ac:chgData name="지원 황" userId="ded886f7129d3bbc" providerId="LiveId" clId="{9C0FAD12-BDB6-4A2C-B5BB-1BCEEC598CF5}" dt="2025-07-29T22:28:10.197" v="675" actId="478"/>
          <ac:picMkLst>
            <pc:docMk/>
            <pc:sldMk cId="1925623816" sldId="320"/>
            <ac:picMk id="4" creationId="{8C51261B-1CA4-CFE7-0B32-0D2E305E594D}"/>
          </ac:picMkLst>
        </pc:picChg>
        <pc:picChg chg="add mod">
          <ac:chgData name="지원 황" userId="ded886f7129d3bbc" providerId="LiveId" clId="{9C0FAD12-BDB6-4A2C-B5BB-1BCEEC598CF5}" dt="2025-07-29T22:31:25.218" v="883" actId="1076"/>
          <ac:picMkLst>
            <pc:docMk/>
            <pc:sldMk cId="1925623816" sldId="320"/>
            <ac:picMk id="7" creationId="{06A7CCD8-9532-24CD-55F4-EB12725C1945}"/>
          </ac:picMkLst>
        </pc:picChg>
        <pc:picChg chg="del">
          <ac:chgData name="지원 황" userId="ded886f7129d3bbc" providerId="LiveId" clId="{9C0FAD12-BDB6-4A2C-B5BB-1BCEEC598CF5}" dt="2025-07-29T22:28:40.092" v="725" actId="478"/>
          <ac:picMkLst>
            <pc:docMk/>
            <pc:sldMk cId="1925623816" sldId="320"/>
            <ac:picMk id="8" creationId="{A54A94F5-9C17-AE38-1A18-FCF7558A69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70a20c7315_0_18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70a20c7315_0_18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D705684D-614B-0361-C0A6-D57A7AE5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B7E3FF67-5868-7250-3044-EFC08537B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F618FBDF-FCFF-164D-DD85-8AC3BDBB3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920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8A1E3736-4880-7F59-E802-9F28E691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DFF2B21D-4A47-2937-A734-0059F776D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7A8C3C9B-796D-913F-F707-40CC19DE0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20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>
          <a:extLst>
            <a:ext uri="{FF2B5EF4-FFF2-40B4-BE49-F238E27FC236}">
              <a16:creationId xmlns:a16="http://schemas.microsoft.com/office/drawing/2014/main" id="{8254C66F-9ECE-D5C3-042A-0E7C84AB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>
            <a:extLst>
              <a:ext uri="{FF2B5EF4-FFF2-40B4-BE49-F238E27FC236}">
                <a16:creationId xmlns:a16="http://schemas.microsoft.com/office/drawing/2014/main" id="{1A2E2DB3-6FB0-835C-7875-D1C3DF1E3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>
            <a:extLst>
              <a:ext uri="{FF2B5EF4-FFF2-40B4-BE49-F238E27FC236}">
                <a16:creationId xmlns:a16="http://schemas.microsoft.com/office/drawing/2014/main" id="{6AC2A7CC-3518-214C-C40A-AE07112D7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480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C69E90B-91B7-233C-EC7D-177ACA56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C4872129-8503-D6F5-295B-9F179262E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5D463E11-3A22-45A0-67E1-F4BA0D1E2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268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F07761DC-961F-D74A-62C1-10A95357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AEE5E1B0-ED45-DFEB-5AC6-4CA6B22D4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C8F34488-0810-7969-F614-AA54154AB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95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A4E261A7-487C-858D-0E3E-530998D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52EFC06D-088F-13AF-79A7-9A7F3B767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1D544D44-B72E-9974-5DDE-47C1E9222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331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5355EDBC-0E51-7C88-387D-FF755EB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5DBBD021-5EE3-3F48-EA7B-9702BC44D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4E754EF5-7B69-D1A3-5108-E7A9D42B1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106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83350" y="983625"/>
            <a:ext cx="5098200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14" name="Google Shape;14;p2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17" name="Google Shape;17;p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20" name="Google Shape;20;p2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52652" y="980200"/>
            <a:ext cx="869373" cy="1187018"/>
            <a:chOff x="452652" y="980200"/>
            <a:chExt cx="869373" cy="1187018"/>
          </a:xfrm>
        </p:grpSpPr>
        <p:grpSp>
          <p:nvGrpSpPr>
            <p:cNvPr id="30" name="Google Shape;30;p2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80600" y="980200"/>
              <a:ext cx="265250" cy="244300"/>
              <a:chOff x="1139600" y="850250"/>
              <a:chExt cx="265250" cy="2443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625675" y="932925"/>
            <a:ext cx="175100" cy="143475"/>
            <a:chOff x="1808250" y="1643825"/>
            <a:chExt cx="175100" cy="143475"/>
          </a:xfrm>
        </p:grpSpPr>
        <p:sp>
          <p:nvSpPr>
            <p:cNvPr id="89" name="Google Shape;89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7948500" y="1043725"/>
            <a:ext cx="193200" cy="171550"/>
            <a:chOff x="1141700" y="1345000"/>
            <a:chExt cx="193200" cy="171550"/>
          </a:xfrm>
        </p:grpSpPr>
        <p:sp>
          <p:nvSpPr>
            <p:cNvPr id="92" name="Google Shape;92;p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7672125" y="624375"/>
            <a:ext cx="265250" cy="244300"/>
            <a:chOff x="1139600" y="850250"/>
            <a:chExt cx="265250" cy="244300"/>
          </a:xfrm>
        </p:grpSpPr>
        <p:sp>
          <p:nvSpPr>
            <p:cNvPr id="95" name="Google Shape;95;p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8238450" y="819575"/>
            <a:ext cx="175100" cy="143475"/>
            <a:chOff x="1808250" y="1643825"/>
            <a:chExt cx="175100" cy="143475"/>
          </a:xfrm>
        </p:grpSpPr>
        <p:sp>
          <p:nvSpPr>
            <p:cNvPr id="98" name="Google Shape;98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512400" y="41594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9796866">
            <a:off x="8324918" y="1076386"/>
            <a:ext cx="1784141" cy="129611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7"/>
          <p:cNvSpPr/>
          <p:nvPr/>
        </p:nvSpPr>
        <p:spPr>
          <a:xfrm rot="9914110">
            <a:off x="7791099" y="1962312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7"/>
          <p:cNvGrpSpPr/>
          <p:nvPr/>
        </p:nvGrpSpPr>
        <p:grpSpPr>
          <a:xfrm>
            <a:off x="8005952" y="1311309"/>
            <a:ext cx="521153" cy="513935"/>
            <a:chOff x="588850" y="618775"/>
            <a:chExt cx="703975" cy="694225"/>
          </a:xfrm>
        </p:grpSpPr>
        <p:sp>
          <p:nvSpPr>
            <p:cNvPr id="108" name="Google Shape;108;p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608925" y="3903275"/>
            <a:ext cx="909342" cy="768687"/>
            <a:chOff x="7239300" y="3509700"/>
            <a:chExt cx="909342" cy="768687"/>
          </a:xfrm>
        </p:grpSpPr>
        <p:grpSp>
          <p:nvGrpSpPr>
            <p:cNvPr id="111" name="Google Shape;111;p7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9"/>
          <p:cNvSpPr/>
          <p:nvPr/>
        </p:nvSpPr>
        <p:spPr>
          <a:xfrm rot="7879623">
            <a:off x="-173381" y="3930834"/>
            <a:ext cx="1784116" cy="129609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 rot="-3144547">
            <a:off x="7973624" y="965287"/>
            <a:ext cx="1784090" cy="1296075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2138503" y="4289716"/>
            <a:ext cx="403659" cy="398069"/>
            <a:chOff x="588850" y="618775"/>
            <a:chExt cx="703975" cy="694225"/>
          </a:xfrm>
        </p:grpSpPr>
        <p:sp>
          <p:nvSpPr>
            <p:cNvPr id="155" name="Google Shape;155;p9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808000" y="511175"/>
            <a:ext cx="741425" cy="590900"/>
            <a:chOff x="708975" y="834125"/>
            <a:chExt cx="741425" cy="590900"/>
          </a:xfrm>
        </p:grpSpPr>
        <p:grpSp>
          <p:nvGrpSpPr>
            <p:cNvPr id="158" name="Google Shape;158;p9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7951400" y="548200"/>
            <a:ext cx="868800" cy="675427"/>
            <a:chOff x="5976850" y="432600"/>
            <a:chExt cx="868800" cy="675427"/>
          </a:xfrm>
        </p:grpSpPr>
        <p:grpSp>
          <p:nvGrpSpPr>
            <p:cNvPr id="171" name="Google Shape;171;p1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0"/>
          <p:cNvGrpSpPr/>
          <p:nvPr/>
        </p:nvGrpSpPr>
        <p:grpSpPr>
          <a:xfrm>
            <a:off x="661425" y="3573775"/>
            <a:ext cx="1046225" cy="991818"/>
            <a:chOff x="275800" y="1175400"/>
            <a:chExt cx="1046225" cy="991818"/>
          </a:xfrm>
        </p:grpSpPr>
        <p:grpSp>
          <p:nvGrpSpPr>
            <p:cNvPr id="181" name="Google Shape;181;p1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1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191" name="Google Shape;191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" name="Google Shape;193;p1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1"/>
          <p:cNvSpPr/>
          <p:nvPr/>
        </p:nvSpPr>
        <p:spPr>
          <a:xfrm rot="-5855634">
            <a:off x="6685146" y="3794117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1"/>
          <p:cNvGrpSpPr/>
          <p:nvPr/>
        </p:nvGrpSpPr>
        <p:grpSpPr>
          <a:xfrm flipH="1">
            <a:off x="7670600" y="651875"/>
            <a:ext cx="893825" cy="991818"/>
            <a:chOff x="428200" y="1175400"/>
            <a:chExt cx="893825" cy="991818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11"/>
            <p:cNvGrpSpPr/>
            <p:nvPr/>
          </p:nvGrpSpPr>
          <p:grpSpPr>
            <a:xfrm>
              <a:off x="428200" y="1208800"/>
              <a:ext cx="265250" cy="244300"/>
              <a:chOff x="987200" y="1078850"/>
              <a:chExt cx="265250" cy="2443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10097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9872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" name="Google Shape;212;p11"/>
          <p:cNvGrpSpPr/>
          <p:nvPr/>
        </p:nvGrpSpPr>
        <p:grpSpPr>
          <a:xfrm>
            <a:off x="467325" y="3640075"/>
            <a:ext cx="868800" cy="675427"/>
            <a:chOff x="5976850" y="432600"/>
            <a:chExt cx="868800" cy="675427"/>
          </a:xfrm>
        </p:grpSpPr>
        <p:grpSp>
          <p:nvGrpSpPr>
            <p:cNvPr id="213" name="Google Shape;213;p11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bg>
      <p:bgPr>
        <a:solidFill>
          <a:schemeClr val="accent4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/>
          <p:nvPr/>
        </p:nvSpPr>
        <p:spPr>
          <a:xfrm rot="-10630671">
            <a:off x="7538672" y="2282913"/>
            <a:ext cx="1784207" cy="129616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604253">
            <a:off x="-537979" y="284003"/>
            <a:ext cx="1784202" cy="129615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-1233200">
            <a:off x="7900604" y="947381"/>
            <a:ext cx="348700" cy="343870"/>
            <a:chOff x="588850" y="618775"/>
            <a:chExt cx="703975" cy="694225"/>
          </a:xfrm>
        </p:grpSpPr>
        <p:sp>
          <p:nvSpPr>
            <p:cNvPr id="293" name="Google Shape;293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8443625" y="829675"/>
            <a:ext cx="193200" cy="171550"/>
            <a:chOff x="1141700" y="1345000"/>
            <a:chExt cx="193200" cy="171550"/>
          </a:xfrm>
        </p:grpSpPr>
        <p:sp>
          <p:nvSpPr>
            <p:cNvPr id="296" name="Google Shape;296;p1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8178375" y="1362425"/>
            <a:ext cx="265250" cy="244300"/>
            <a:chOff x="1139600" y="850250"/>
            <a:chExt cx="265250" cy="244300"/>
          </a:xfrm>
        </p:grpSpPr>
        <p:sp>
          <p:nvSpPr>
            <p:cNvPr id="299" name="Google Shape;299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7987413" y="686200"/>
            <a:ext cx="175100" cy="143475"/>
            <a:chOff x="1808250" y="1643825"/>
            <a:chExt cx="175100" cy="143475"/>
          </a:xfrm>
        </p:grpSpPr>
        <p:sp>
          <p:nvSpPr>
            <p:cNvPr id="302" name="Google Shape;302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-4640204">
            <a:off x="623767" y="3845200"/>
            <a:ext cx="592156" cy="583918"/>
            <a:chOff x="588850" y="618775"/>
            <a:chExt cx="703975" cy="694225"/>
          </a:xfrm>
        </p:grpSpPr>
        <p:sp>
          <p:nvSpPr>
            <p:cNvPr id="305" name="Google Shape;305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6"/>
          <p:cNvGrpSpPr/>
          <p:nvPr/>
        </p:nvGrpSpPr>
        <p:grpSpPr>
          <a:xfrm>
            <a:off x="360250" y="3721425"/>
            <a:ext cx="265250" cy="244300"/>
            <a:chOff x="1139600" y="850250"/>
            <a:chExt cx="265250" cy="244300"/>
          </a:xfrm>
        </p:grpSpPr>
        <p:sp>
          <p:nvSpPr>
            <p:cNvPr id="308" name="Google Shape;308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16"/>
          <p:cNvGrpSpPr/>
          <p:nvPr/>
        </p:nvGrpSpPr>
        <p:grpSpPr>
          <a:xfrm>
            <a:off x="930500" y="4532388"/>
            <a:ext cx="175100" cy="143475"/>
            <a:chOff x="1808250" y="1643825"/>
            <a:chExt cx="175100" cy="143475"/>
          </a:xfrm>
        </p:grpSpPr>
        <p:sp>
          <p:nvSpPr>
            <p:cNvPr id="311" name="Google Shape;311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7"/>
          <p:cNvSpPr/>
          <p:nvPr/>
        </p:nvSpPr>
        <p:spPr>
          <a:xfrm rot="9947454">
            <a:off x="-339547" y="102132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640113">
            <a:off x="488128" y="2833209"/>
            <a:ext cx="437996" cy="431961"/>
            <a:chOff x="588850" y="618775"/>
            <a:chExt cx="703975" cy="694225"/>
          </a:xfrm>
        </p:grpSpPr>
        <p:sp>
          <p:nvSpPr>
            <p:cNvPr id="318" name="Google Shape;318;p1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/>
          <p:nvPr/>
        </p:nvSpPr>
        <p:spPr>
          <a:xfrm rot="852546" flipH="1">
            <a:off x="-413022" y="133807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5400000" flipH="1">
            <a:off x="3734266" y="4407474"/>
            <a:ext cx="1784251" cy="129619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7015230">
            <a:off x="8039232" y="1001914"/>
            <a:ext cx="1784243" cy="129618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616628" y="2806391"/>
            <a:ext cx="403659" cy="398069"/>
            <a:chOff x="588850" y="618775"/>
            <a:chExt cx="703975" cy="694225"/>
          </a:xfrm>
        </p:grpSpPr>
        <p:sp>
          <p:nvSpPr>
            <p:cNvPr id="327" name="Google Shape;327;p1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430775" y="2738875"/>
            <a:ext cx="265250" cy="244300"/>
            <a:chOff x="1139600" y="850250"/>
            <a:chExt cx="265250" cy="244300"/>
          </a:xfrm>
        </p:grpSpPr>
        <p:sp>
          <p:nvSpPr>
            <p:cNvPr id="330" name="Google Shape;330;p18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556575" y="757925"/>
            <a:ext cx="741425" cy="590900"/>
            <a:chOff x="708975" y="834125"/>
            <a:chExt cx="741425" cy="590900"/>
          </a:xfrm>
        </p:grpSpPr>
        <p:grpSp>
          <p:nvGrpSpPr>
            <p:cNvPr id="333" name="Google Shape;333;p18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8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8">
    <p:bg>
      <p:bgPr>
        <a:solidFill>
          <a:schemeClr val="accent3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21"/>
          <p:cNvSpPr/>
          <p:nvPr/>
        </p:nvSpPr>
        <p:spPr>
          <a:xfrm rot="3964251" flipH="1">
            <a:off x="4014060" y="4258983"/>
            <a:ext cx="1784225" cy="129617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1"/>
          <p:cNvGrpSpPr/>
          <p:nvPr/>
        </p:nvGrpSpPr>
        <p:grpSpPr>
          <a:xfrm rot="-1985293">
            <a:off x="7906958" y="2776092"/>
            <a:ext cx="349454" cy="344614"/>
            <a:chOff x="588850" y="618775"/>
            <a:chExt cx="703975" cy="694225"/>
          </a:xfrm>
        </p:grpSpPr>
        <p:sp>
          <p:nvSpPr>
            <p:cNvPr id="389" name="Google Shape;389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8516825" y="2708650"/>
            <a:ext cx="193200" cy="171550"/>
            <a:chOff x="1141700" y="1345000"/>
            <a:chExt cx="193200" cy="171550"/>
          </a:xfrm>
        </p:grpSpPr>
        <p:sp>
          <p:nvSpPr>
            <p:cNvPr id="392" name="Google Shape;392;p21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8071800" y="2512725"/>
            <a:ext cx="175100" cy="143475"/>
            <a:chOff x="1808250" y="1643825"/>
            <a:chExt cx="175100" cy="143475"/>
          </a:xfrm>
        </p:grpSpPr>
        <p:sp>
          <p:nvSpPr>
            <p:cNvPr id="395" name="Google Shape;395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1"/>
          <p:cNvGrpSpPr/>
          <p:nvPr/>
        </p:nvGrpSpPr>
        <p:grpSpPr>
          <a:xfrm>
            <a:off x="606725" y="898525"/>
            <a:ext cx="265250" cy="244300"/>
            <a:chOff x="1139600" y="850250"/>
            <a:chExt cx="265250" cy="244300"/>
          </a:xfrm>
        </p:grpSpPr>
        <p:sp>
          <p:nvSpPr>
            <p:cNvPr id="398" name="Google Shape;398;p21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21"/>
          <p:cNvGrpSpPr/>
          <p:nvPr/>
        </p:nvGrpSpPr>
        <p:grpSpPr>
          <a:xfrm rot="2085807">
            <a:off x="7421625" y="622128"/>
            <a:ext cx="422121" cy="416275"/>
            <a:chOff x="588850" y="618775"/>
            <a:chExt cx="703975" cy="694225"/>
          </a:xfrm>
        </p:grpSpPr>
        <p:sp>
          <p:nvSpPr>
            <p:cNvPr id="401" name="Google Shape;401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1"/>
          <p:cNvGrpSpPr/>
          <p:nvPr/>
        </p:nvGrpSpPr>
        <p:grpSpPr>
          <a:xfrm>
            <a:off x="7770513" y="459400"/>
            <a:ext cx="175100" cy="143475"/>
            <a:chOff x="1808250" y="1643825"/>
            <a:chExt cx="175100" cy="143475"/>
          </a:xfrm>
        </p:grpSpPr>
        <p:sp>
          <p:nvSpPr>
            <p:cNvPr id="404" name="Google Shape;404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0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526" name="Google Shape;526;p30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0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529" name="Google Shape;529;p3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532" name="Google Shape;532;p3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536" name="Google Shape;53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3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" name="Google Shape;541;p30"/>
          <p:cNvGrpSpPr/>
          <p:nvPr/>
        </p:nvGrpSpPr>
        <p:grpSpPr>
          <a:xfrm>
            <a:off x="748625" y="828650"/>
            <a:ext cx="1046225" cy="991818"/>
            <a:chOff x="275800" y="1175400"/>
            <a:chExt cx="1046225" cy="991818"/>
          </a:xfrm>
        </p:grpSpPr>
        <p:grpSp>
          <p:nvGrpSpPr>
            <p:cNvPr id="542" name="Google Shape;542;p3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543" name="Google Shape;54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546" name="Google Shape;54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3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549" name="Google Shape;549;p3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3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552" name="Google Shape;552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4" name="Google Shape;554;p3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bg>
      <p:bgPr>
        <a:solidFill>
          <a:schemeClr val="accent4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1"/>
          <p:cNvGrpSpPr/>
          <p:nvPr/>
        </p:nvGrpSpPr>
        <p:grpSpPr>
          <a:xfrm>
            <a:off x="387725" y="352475"/>
            <a:ext cx="1176800" cy="771200"/>
            <a:chOff x="387725" y="352475"/>
            <a:chExt cx="1176800" cy="771200"/>
          </a:xfrm>
        </p:grpSpPr>
        <p:grpSp>
          <p:nvGrpSpPr>
            <p:cNvPr id="558" name="Google Shape;558;p31"/>
            <p:cNvGrpSpPr/>
            <p:nvPr/>
          </p:nvGrpSpPr>
          <p:grpSpPr>
            <a:xfrm rot="-1233200">
              <a:off x="828304" y="470181"/>
              <a:ext cx="348700" cy="343870"/>
              <a:chOff x="588850" y="618775"/>
              <a:chExt cx="703975" cy="694225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31"/>
            <p:cNvGrpSpPr/>
            <p:nvPr/>
          </p:nvGrpSpPr>
          <p:grpSpPr>
            <a:xfrm>
              <a:off x="1371325" y="352475"/>
              <a:ext cx="193200" cy="171550"/>
              <a:chOff x="1141700" y="1345000"/>
              <a:chExt cx="193200" cy="171550"/>
            </a:xfrm>
          </p:grpSpPr>
          <p:sp>
            <p:nvSpPr>
              <p:cNvPr id="562" name="Google Shape;562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1"/>
            <p:cNvGrpSpPr/>
            <p:nvPr/>
          </p:nvGrpSpPr>
          <p:grpSpPr>
            <a:xfrm>
              <a:off x="387725" y="864325"/>
              <a:ext cx="265250" cy="244300"/>
              <a:chOff x="1139600" y="850250"/>
              <a:chExt cx="265250" cy="244300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1"/>
            <p:cNvGrpSpPr/>
            <p:nvPr/>
          </p:nvGrpSpPr>
          <p:grpSpPr>
            <a:xfrm>
              <a:off x="963225" y="980200"/>
              <a:ext cx="175100" cy="143475"/>
              <a:chOff x="1808250" y="1643825"/>
              <a:chExt cx="175100" cy="143475"/>
            </a:xfrm>
          </p:grpSpPr>
          <p:sp>
            <p:nvSpPr>
              <p:cNvPr id="568" name="Google Shape;568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0" name="Google Shape;570;p31"/>
          <p:cNvSpPr/>
          <p:nvPr/>
        </p:nvSpPr>
        <p:spPr>
          <a:xfrm rot="-10403518">
            <a:off x="4474235" y="-530224"/>
            <a:ext cx="1784252" cy="129619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31"/>
          <p:cNvGrpSpPr/>
          <p:nvPr/>
        </p:nvGrpSpPr>
        <p:grpSpPr>
          <a:xfrm>
            <a:off x="7666100" y="2815575"/>
            <a:ext cx="1042000" cy="1202675"/>
            <a:chOff x="7437500" y="1672575"/>
            <a:chExt cx="1042000" cy="1202675"/>
          </a:xfrm>
        </p:grpSpPr>
        <p:grpSp>
          <p:nvGrpSpPr>
            <p:cNvPr id="572" name="Google Shape;572;p31"/>
            <p:cNvGrpSpPr/>
            <p:nvPr/>
          </p:nvGrpSpPr>
          <p:grpSpPr>
            <a:xfrm rot="-1233303">
              <a:off x="7600799" y="2036452"/>
              <a:ext cx="473584" cy="467025"/>
              <a:chOff x="588850" y="618775"/>
              <a:chExt cx="703975" cy="694225"/>
            </a:xfrm>
          </p:grpSpPr>
          <p:sp>
            <p:nvSpPr>
              <p:cNvPr id="573" name="Google Shape;573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31"/>
            <p:cNvGrpSpPr/>
            <p:nvPr/>
          </p:nvGrpSpPr>
          <p:grpSpPr>
            <a:xfrm>
              <a:off x="8286300" y="1846875"/>
              <a:ext cx="193200" cy="171550"/>
              <a:chOff x="1141700" y="1345000"/>
              <a:chExt cx="193200" cy="171550"/>
            </a:xfrm>
          </p:grpSpPr>
          <p:sp>
            <p:nvSpPr>
              <p:cNvPr id="576" name="Google Shape;576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578;p31"/>
            <p:cNvGrpSpPr/>
            <p:nvPr/>
          </p:nvGrpSpPr>
          <p:grpSpPr>
            <a:xfrm>
              <a:off x="7878200" y="2731775"/>
              <a:ext cx="175100" cy="143475"/>
              <a:chOff x="1808250" y="1643825"/>
              <a:chExt cx="175100" cy="143475"/>
            </a:xfrm>
          </p:grpSpPr>
          <p:sp>
            <p:nvSpPr>
              <p:cNvPr id="579" name="Google Shape;579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1"/>
            <p:cNvGrpSpPr/>
            <p:nvPr/>
          </p:nvGrpSpPr>
          <p:grpSpPr>
            <a:xfrm>
              <a:off x="7437500" y="1672575"/>
              <a:ext cx="265250" cy="244300"/>
              <a:chOff x="1139600" y="850250"/>
              <a:chExt cx="265250" cy="244300"/>
            </a:xfrm>
          </p:grpSpPr>
          <p:sp>
            <p:nvSpPr>
              <p:cNvPr id="582" name="Google Shape;582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31"/>
          <p:cNvSpPr/>
          <p:nvPr/>
        </p:nvSpPr>
        <p:spPr>
          <a:xfrm rot="-4507922">
            <a:off x="-565025" y="2637012"/>
            <a:ext cx="1784262" cy="129620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accent3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32"/>
          <p:cNvGrpSpPr/>
          <p:nvPr/>
        </p:nvGrpSpPr>
        <p:grpSpPr>
          <a:xfrm>
            <a:off x="7624600" y="2122675"/>
            <a:ext cx="909342" cy="768687"/>
            <a:chOff x="7239300" y="3509700"/>
            <a:chExt cx="909342" cy="768687"/>
          </a:xfrm>
        </p:grpSpPr>
        <p:grpSp>
          <p:nvGrpSpPr>
            <p:cNvPr id="588" name="Google Shape;588;p32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589" name="Google Shape;58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2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592" name="Google Shape;592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4" name="Google Shape;594;p32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595" name="Google Shape;595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32"/>
          <p:cNvGrpSpPr/>
          <p:nvPr/>
        </p:nvGrpSpPr>
        <p:grpSpPr>
          <a:xfrm>
            <a:off x="747100" y="3658300"/>
            <a:ext cx="818244" cy="777050"/>
            <a:chOff x="1671775" y="576075"/>
            <a:chExt cx="818244" cy="777050"/>
          </a:xfrm>
        </p:grpSpPr>
        <p:grpSp>
          <p:nvGrpSpPr>
            <p:cNvPr id="598" name="Google Shape;598;p32"/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32"/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602" name="Google Shape;602;p3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" name="Google Shape;604;p32"/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2"/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608" name="Google Shape;608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0" name="Google Shape;610;p32"/>
          <p:cNvSpPr/>
          <p:nvPr/>
        </p:nvSpPr>
        <p:spPr>
          <a:xfrm rot="3659072" flipH="1">
            <a:off x="-428678" y="146608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2"/>
          <p:cNvSpPr/>
          <p:nvPr/>
        </p:nvSpPr>
        <p:spPr>
          <a:xfrm rot="-10580672" flipH="1">
            <a:off x="3807701" y="-298286"/>
            <a:ext cx="1784279" cy="129621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62" r:id="rId8"/>
    <p:sldLayoutId id="2147483663" r:id="rId9"/>
    <p:sldLayoutId id="2147483664" r:id="rId10"/>
    <p:sldLayoutId id="2147483667" r:id="rId11"/>
    <p:sldLayoutId id="2147483676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2196975" y="766294"/>
            <a:ext cx="4398170" cy="2655583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ctrTitle"/>
          </p:nvPr>
        </p:nvSpPr>
        <p:spPr>
          <a:xfrm>
            <a:off x="1559524" y="983625"/>
            <a:ext cx="5945852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Python</a:t>
            </a:r>
            <a:b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Classic</a:t>
            </a:r>
            <a:r>
              <a:rPr lang="ko-KR" altLang="en-US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 </a:t>
            </a:r>
            <a:endParaRPr dirty="0">
              <a:solidFill>
                <a:schemeClr val="tx1"/>
              </a:solidFill>
              <a:latin typeface="Gill Sans Ultra Bold" panose="020B0A020201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주차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5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-604548" y="2307950"/>
            <a:ext cx="3196750" cy="4013497"/>
            <a:chOff x="-94075" y="1159825"/>
            <a:chExt cx="2691773" cy="3379502"/>
          </a:xfrm>
        </p:grpSpPr>
        <p:sp>
          <p:nvSpPr>
            <p:cNvPr id="626" name="Google Shape;626;p36"/>
            <p:cNvSpPr/>
            <p:nvPr/>
          </p:nvSpPr>
          <p:spPr>
            <a:xfrm>
              <a:off x="998412" y="1943413"/>
              <a:ext cx="1215385" cy="1182041"/>
            </a:xfrm>
            <a:custGeom>
              <a:avLst/>
              <a:gdLst/>
              <a:ahLst/>
              <a:cxnLst/>
              <a:rect l="l" t="t" r="r" b="b"/>
              <a:pathLst>
                <a:path w="16840" h="16378" extrusionOk="0">
                  <a:moveTo>
                    <a:pt x="7143" y="7201"/>
                  </a:moveTo>
                  <a:lnTo>
                    <a:pt x="7143" y="7201"/>
                  </a:lnTo>
                  <a:cubicBezTo>
                    <a:pt x="7052" y="7323"/>
                    <a:pt x="6991" y="7445"/>
                    <a:pt x="6900" y="7566"/>
                  </a:cubicBezTo>
                  <a:lnTo>
                    <a:pt x="6809" y="7688"/>
                  </a:lnTo>
                  <a:cubicBezTo>
                    <a:pt x="6839" y="7597"/>
                    <a:pt x="6900" y="7505"/>
                    <a:pt x="6961" y="7384"/>
                  </a:cubicBezTo>
                  <a:cubicBezTo>
                    <a:pt x="7022" y="7323"/>
                    <a:pt x="7083" y="7262"/>
                    <a:pt x="7143" y="7201"/>
                  </a:cubicBezTo>
                  <a:close/>
                  <a:moveTo>
                    <a:pt x="15501" y="1"/>
                  </a:moveTo>
                  <a:cubicBezTo>
                    <a:pt x="15427" y="1"/>
                    <a:pt x="15347" y="19"/>
                    <a:pt x="15259" y="58"/>
                  </a:cubicBezTo>
                  <a:cubicBezTo>
                    <a:pt x="14955" y="271"/>
                    <a:pt x="14894" y="758"/>
                    <a:pt x="14773" y="1061"/>
                  </a:cubicBezTo>
                  <a:cubicBezTo>
                    <a:pt x="14742" y="1122"/>
                    <a:pt x="14742" y="1153"/>
                    <a:pt x="14742" y="1153"/>
                  </a:cubicBezTo>
                  <a:cubicBezTo>
                    <a:pt x="14408" y="1730"/>
                    <a:pt x="14378" y="1821"/>
                    <a:pt x="13982" y="2217"/>
                  </a:cubicBezTo>
                  <a:cubicBezTo>
                    <a:pt x="13709" y="2460"/>
                    <a:pt x="13375" y="2703"/>
                    <a:pt x="12888" y="3037"/>
                  </a:cubicBezTo>
                  <a:cubicBezTo>
                    <a:pt x="12523" y="3250"/>
                    <a:pt x="12159" y="3432"/>
                    <a:pt x="11794" y="3615"/>
                  </a:cubicBezTo>
                  <a:cubicBezTo>
                    <a:pt x="11277" y="3797"/>
                    <a:pt x="11247" y="3888"/>
                    <a:pt x="10669" y="4010"/>
                  </a:cubicBezTo>
                  <a:cubicBezTo>
                    <a:pt x="10365" y="4040"/>
                    <a:pt x="10031" y="4071"/>
                    <a:pt x="9727" y="4071"/>
                  </a:cubicBezTo>
                  <a:cubicBezTo>
                    <a:pt x="9180" y="4010"/>
                    <a:pt x="9028" y="4010"/>
                    <a:pt x="8177" y="3797"/>
                  </a:cubicBezTo>
                  <a:cubicBezTo>
                    <a:pt x="7751" y="3676"/>
                    <a:pt x="7295" y="3524"/>
                    <a:pt x="6931" y="3402"/>
                  </a:cubicBezTo>
                  <a:cubicBezTo>
                    <a:pt x="6839" y="3280"/>
                    <a:pt x="6748" y="3189"/>
                    <a:pt x="6627" y="3128"/>
                  </a:cubicBezTo>
                  <a:cubicBezTo>
                    <a:pt x="6257" y="2876"/>
                    <a:pt x="5803" y="2745"/>
                    <a:pt x="5353" y="2745"/>
                  </a:cubicBezTo>
                  <a:cubicBezTo>
                    <a:pt x="4990" y="2745"/>
                    <a:pt x="4629" y="2830"/>
                    <a:pt x="4317" y="3007"/>
                  </a:cubicBezTo>
                  <a:cubicBezTo>
                    <a:pt x="4073" y="3128"/>
                    <a:pt x="3891" y="3280"/>
                    <a:pt x="3709" y="3493"/>
                  </a:cubicBezTo>
                  <a:cubicBezTo>
                    <a:pt x="3678" y="3524"/>
                    <a:pt x="3678" y="3524"/>
                    <a:pt x="3648" y="3554"/>
                  </a:cubicBezTo>
                  <a:cubicBezTo>
                    <a:pt x="3526" y="3736"/>
                    <a:pt x="3405" y="3919"/>
                    <a:pt x="3314" y="4101"/>
                  </a:cubicBezTo>
                  <a:cubicBezTo>
                    <a:pt x="3070" y="4709"/>
                    <a:pt x="2797" y="5347"/>
                    <a:pt x="2888" y="5986"/>
                  </a:cubicBezTo>
                  <a:cubicBezTo>
                    <a:pt x="2918" y="6138"/>
                    <a:pt x="2949" y="6259"/>
                    <a:pt x="3010" y="6411"/>
                  </a:cubicBezTo>
                  <a:cubicBezTo>
                    <a:pt x="2918" y="6533"/>
                    <a:pt x="2827" y="6685"/>
                    <a:pt x="2736" y="6806"/>
                  </a:cubicBezTo>
                  <a:cubicBezTo>
                    <a:pt x="2493" y="7232"/>
                    <a:pt x="2219" y="7597"/>
                    <a:pt x="2007" y="8022"/>
                  </a:cubicBezTo>
                  <a:cubicBezTo>
                    <a:pt x="1399" y="9177"/>
                    <a:pt x="1125" y="9846"/>
                    <a:pt x="578" y="11001"/>
                  </a:cubicBezTo>
                  <a:cubicBezTo>
                    <a:pt x="426" y="11518"/>
                    <a:pt x="0" y="12034"/>
                    <a:pt x="0" y="12825"/>
                  </a:cubicBezTo>
                  <a:cubicBezTo>
                    <a:pt x="0" y="13098"/>
                    <a:pt x="213" y="13281"/>
                    <a:pt x="456" y="13402"/>
                  </a:cubicBezTo>
                  <a:cubicBezTo>
                    <a:pt x="700" y="13584"/>
                    <a:pt x="943" y="13736"/>
                    <a:pt x="1186" y="13888"/>
                  </a:cubicBezTo>
                  <a:cubicBezTo>
                    <a:pt x="1794" y="14284"/>
                    <a:pt x="2918" y="14739"/>
                    <a:pt x="3253" y="14861"/>
                  </a:cubicBezTo>
                  <a:cubicBezTo>
                    <a:pt x="4256" y="15287"/>
                    <a:pt x="5259" y="15621"/>
                    <a:pt x="6323" y="15834"/>
                  </a:cubicBezTo>
                  <a:cubicBezTo>
                    <a:pt x="7143" y="16016"/>
                    <a:pt x="7994" y="16168"/>
                    <a:pt x="8815" y="16259"/>
                  </a:cubicBezTo>
                  <a:cubicBezTo>
                    <a:pt x="8876" y="16259"/>
                    <a:pt x="9302" y="16320"/>
                    <a:pt x="9423" y="16350"/>
                  </a:cubicBezTo>
                  <a:cubicBezTo>
                    <a:pt x="9555" y="16371"/>
                    <a:pt x="9687" y="16377"/>
                    <a:pt x="9819" y="16377"/>
                  </a:cubicBezTo>
                  <a:cubicBezTo>
                    <a:pt x="10085" y="16377"/>
                    <a:pt x="10355" y="16350"/>
                    <a:pt x="10639" y="16350"/>
                  </a:cubicBezTo>
                  <a:cubicBezTo>
                    <a:pt x="10745" y="16345"/>
                    <a:pt x="10853" y="16344"/>
                    <a:pt x="10962" y="16344"/>
                  </a:cubicBezTo>
                  <a:cubicBezTo>
                    <a:pt x="11129" y="16344"/>
                    <a:pt x="11298" y="16347"/>
                    <a:pt x="11468" y="16347"/>
                  </a:cubicBezTo>
                  <a:cubicBezTo>
                    <a:pt x="11825" y="16347"/>
                    <a:pt x="12184" y="16331"/>
                    <a:pt x="12523" y="16229"/>
                  </a:cubicBezTo>
                  <a:cubicBezTo>
                    <a:pt x="12645" y="16198"/>
                    <a:pt x="12797" y="16168"/>
                    <a:pt x="12919" y="16107"/>
                  </a:cubicBezTo>
                  <a:cubicBezTo>
                    <a:pt x="13101" y="16016"/>
                    <a:pt x="13162" y="15773"/>
                    <a:pt x="13101" y="15560"/>
                  </a:cubicBezTo>
                  <a:cubicBezTo>
                    <a:pt x="12949" y="15104"/>
                    <a:pt x="12979" y="14588"/>
                    <a:pt x="12949" y="13858"/>
                  </a:cubicBezTo>
                  <a:cubicBezTo>
                    <a:pt x="12919" y="12946"/>
                    <a:pt x="12827" y="12065"/>
                    <a:pt x="12858" y="11153"/>
                  </a:cubicBezTo>
                  <a:cubicBezTo>
                    <a:pt x="12919" y="9876"/>
                    <a:pt x="13131" y="8600"/>
                    <a:pt x="13101" y="7293"/>
                  </a:cubicBezTo>
                  <a:cubicBezTo>
                    <a:pt x="13101" y="6897"/>
                    <a:pt x="13101" y="6472"/>
                    <a:pt x="13101" y="6046"/>
                  </a:cubicBezTo>
                  <a:cubicBezTo>
                    <a:pt x="13435" y="5834"/>
                    <a:pt x="13770" y="5590"/>
                    <a:pt x="14104" y="5347"/>
                  </a:cubicBezTo>
                  <a:cubicBezTo>
                    <a:pt x="14499" y="5074"/>
                    <a:pt x="15320" y="4435"/>
                    <a:pt x="15897" y="3858"/>
                  </a:cubicBezTo>
                  <a:cubicBezTo>
                    <a:pt x="16080" y="3645"/>
                    <a:pt x="16323" y="3463"/>
                    <a:pt x="16475" y="3220"/>
                  </a:cubicBezTo>
                  <a:cubicBezTo>
                    <a:pt x="16596" y="3037"/>
                    <a:pt x="16688" y="2824"/>
                    <a:pt x="16718" y="2612"/>
                  </a:cubicBezTo>
                  <a:cubicBezTo>
                    <a:pt x="16840" y="2217"/>
                    <a:pt x="16657" y="1852"/>
                    <a:pt x="16445" y="1517"/>
                  </a:cubicBezTo>
                  <a:cubicBezTo>
                    <a:pt x="16414" y="1457"/>
                    <a:pt x="16353" y="1305"/>
                    <a:pt x="16323" y="1213"/>
                  </a:cubicBezTo>
                  <a:cubicBezTo>
                    <a:pt x="16191" y="791"/>
                    <a:pt x="15990" y="1"/>
                    <a:pt x="15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224820" y="1503660"/>
              <a:ext cx="899053" cy="820818"/>
            </a:xfrm>
            <a:custGeom>
              <a:avLst/>
              <a:gdLst/>
              <a:ahLst/>
              <a:cxnLst/>
              <a:rect l="l" t="t" r="r" b="b"/>
              <a:pathLst>
                <a:path w="12457" h="11373" extrusionOk="0">
                  <a:moveTo>
                    <a:pt x="7573" y="0"/>
                  </a:moveTo>
                  <a:cubicBezTo>
                    <a:pt x="6448" y="0"/>
                    <a:pt x="5313" y="239"/>
                    <a:pt x="4402" y="923"/>
                  </a:cubicBezTo>
                  <a:cubicBezTo>
                    <a:pt x="4098" y="1167"/>
                    <a:pt x="3794" y="1410"/>
                    <a:pt x="3550" y="1683"/>
                  </a:cubicBezTo>
                  <a:cubicBezTo>
                    <a:pt x="3490" y="1653"/>
                    <a:pt x="3429" y="1622"/>
                    <a:pt x="3307" y="1622"/>
                  </a:cubicBezTo>
                  <a:cubicBezTo>
                    <a:pt x="3034" y="1653"/>
                    <a:pt x="3003" y="1957"/>
                    <a:pt x="2943" y="2170"/>
                  </a:cubicBezTo>
                  <a:cubicBezTo>
                    <a:pt x="2951" y="2161"/>
                    <a:pt x="2957" y="2153"/>
                    <a:pt x="2961" y="2145"/>
                  </a:cubicBezTo>
                  <a:lnTo>
                    <a:pt x="2961" y="2145"/>
                  </a:lnTo>
                  <a:cubicBezTo>
                    <a:pt x="2908" y="2319"/>
                    <a:pt x="2876" y="2516"/>
                    <a:pt x="2791" y="2686"/>
                  </a:cubicBezTo>
                  <a:cubicBezTo>
                    <a:pt x="2760" y="2778"/>
                    <a:pt x="2730" y="2869"/>
                    <a:pt x="2699" y="2960"/>
                  </a:cubicBezTo>
                  <a:cubicBezTo>
                    <a:pt x="2639" y="3112"/>
                    <a:pt x="2547" y="3264"/>
                    <a:pt x="2487" y="3416"/>
                  </a:cubicBezTo>
                  <a:cubicBezTo>
                    <a:pt x="2274" y="3902"/>
                    <a:pt x="2091" y="4388"/>
                    <a:pt x="1970" y="4905"/>
                  </a:cubicBezTo>
                  <a:cubicBezTo>
                    <a:pt x="1940" y="4966"/>
                    <a:pt x="1909" y="5057"/>
                    <a:pt x="1879" y="5118"/>
                  </a:cubicBezTo>
                  <a:cubicBezTo>
                    <a:pt x="1757" y="5027"/>
                    <a:pt x="1636" y="4936"/>
                    <a:pt x="1453" y="4875"/>
                  </a:cubicBezTo>
                  <a:cubicBezTo>
                    <a:pt x="1380" y="4858"/>
                    <a:pt x="1306" y="4850"/>
                    <a:pt x="1232" y="4850"/>
                  </a:cubicBezTo>
                  <a:cubicBezTo>
                    <a:pt x="622" y="4850"/>
                    <a:pt x="1" y="5380"/>
                    <a:pt x="55" y="6030"/>
                  </a:cubicBezTo>
                  <a:cubicBezTo>
                    <a:pt x="55" y="6060"/>
                    <a:pt x="55" y="6091"/>
                    <a:pt x="55" y="6151"/>
                  </a:cubicBezTo>
                  <a:cubicBezTo>
                    <a:pt x="55" y="6334"/>
                    <a:pt x="85" y="6516"/>
                    <a:pt x="146" y="6668"/>
                  </a:cubicBezTo>
                  <a:cubicBezTo>
                    <a:pt x="146" y="6820"/>
                    <a:pt x="177" y="6972"/>
                    <a:pt x="268" y="7124"/>
                  </a:cubicBezTo>
                  <a:cubicBezTo>
                    <a:pt x="429" y="7366"/>
                    <a:pt x="676" y="7471"/>
                    <a:pt x="935" y="7471"/>
                  </a:cubicBezTo>
                  <a:cubicBezTo>
                    <a:pt x="1165" y="7471"/>
                    <a:pt x="1405" y="7388"/>
                    <a:pt x="1605" y="7246"/>
                  </a:cubicBezTo>
                  <a:cubicBezTo>
                    <a:pt x="1636" y="7306"/>
                    <a:pt x="1666" y="7367"/>
                    <a:pt x="1727" y="7428"/>
                  </a:cubicBezTo>
                  <a:cubicBezTo>
                    <a:pt x="2000" y="7793"/>
                    <a:pt x="2335" y="8066"/>
                    <a:pt x="2669" y="8370"/>
                  </a:cubicBezTo>
                  <a:cubicBezTo>
                    <a:pt x="3125" y="8765"/>
                    <a:pt x="3581" y="9161"/>
                    <a:pt x="4128" y="9404"/>
                  </a:cubicBezTo>
                  <a:cubicBezTo>
                    <a:pt x="4250" y="9465"/>
                    <a:pt x="4371" y="9495"/>
                    <a:pt x="4493" y="9556"/>
                  </a:cubicBezTo>
                  <a:cubicBezTo>
                    <a:pt x="4402" y="9647"/>
                    <a:pt x="4371" y="9769"/>
                    <a:pt x="4402" y="9920"/>
                  </a:cubicBezTo>
                  <a:cubicBezTo>
                    <a:pt x="4614" y="10407"/>
                    <a:pt x="4706" y="11015"/>
                    <a:pt x="5222" y="11258"/>
                  </a:cubicBezTo>
                  <a:cubicBezTo>
                    <a:pt x="5399" y="11335"/>
                    <a:pt x="5596" y="11372"/>
                    <a:pt x="5796" y="11372"/>
                  </a:cubicBezTo>
                  <a:cubicBezTo>
                    <a:pt x="6148" y="11372"/>
                    <a:pt x="6512" y="11258"/>
                    <a:pt x="6803" y="11045"/>
                  </a:cubicBezTo>
                  <a:cubicBezTo>
                    <a:pt x="7198" y="10893"/>
                    <a:pt x="7593" y="10589"/>
                    <a:pt x="7745" y="10224"/>
                  </a:cubicBezTo>
                  <a:cubicBezTo>
                    <a:pt x="7867" y="10164"/>
                    <a:pt x="7958" y="10072"/>
                    <a:pt x="8019" y="9951"/>
                  </a:cubicBezTo>
                  <a:cubicBezTo>
                    <a:pt x="8079" y="9951"/>
                    <a:pt x="8140" y="9920"/>
                    <a:pt x="8201" y="9920"/>
                  </a:cubicBezTo>
                  <a:cubicBezTo>
                    <a:pt x="8566" y="9860"/>
                    <a:pt x="8931" y="9769"/>
                    <a:pt x="9295" y="9617"/>
                  </a:cubicBezTo>
                  <a:cubicBezTo>
                    <a:pt x="9508" y="9525"/>
                    <a:pt x="9721" y="9434"/>
                    <a:pt x="9873" y="9252"/>
                  </a:cubicBezTo>
                  <a:cubicBezTo>
                    <a:pt x="9934" y="9221"/>
                    <a:pt x="10025" y="9191"/>
                    <a:pt x="10086" y="9161"/>
                  </a:cubicBezTo>
                  <a:cubicBezTo>
                    <a:pt x="10633" y="8826"/>
                    <a:pt x="11089" y="8401"/>
                    <a:pt x="11453" y="7884"/>
                  </a:cubicBezTo>
                  <a:cubicBezTo>
                    <a:pt x="11757" y="7428"/>
                    <a:pt x="11727" y="7398"/>
                    <a:pt x="11909" y="7003"/>
                  </a:cubicBezTo>
                  <a:cubicBezTo>
                    <a:pt x="12092" y="6547"/>
                    <a:pt x="12244" y="6091"/>
                    <a:pt x="12274" y="5604"/>
                  </a:cubicBezTo>
                  <a:cubicBezTo>
                    <a:pt x="12396" y="4936"/>
                    <a:pt x="12456" y="4480"/>
                    <a:pt x="12426" y="3416"/>
                  </a:cubicBezTo>
                  <a:cubicBezTo>
                    <a:pt x="12426" y="2899"/>
                    <a:pt x="12426" y="2382"/>
                    <a:pt x="12274" y="1896"/>
                  </a:cubicBezTo>
                  <a:cubicBezTo>
                    <a:pt x="12213" y="1622"/>
                    <a:pt x="12122" y="1349"/>
                    <a:pt x="11909" y="1167"/>
                  </a:cubicBezTo>
                  <a:cubicBezTo>
                    <a:pt x="11575" y="863"/>
                    <a:pt x="11119" y="680"/>
                    <a:pt x="10693" y="528"/>
                  </a:cubicBezTo>
                  <a:cubicBezTo>
                    <a:pt x="10207" y="346"/>
                    <a:pt x="9721" y="224"/>
                    <a:pt x="9204" y="133"/>
                  </a:cubicBezTo>
                  <a:cubicBezTo>
                    <a:pt x="9143" y="133"/>
                    <a:pt x="9082" y="103"/>
                    <a:pt x="9022" y="103"/>
                  </a:cubicBezTo>
                  <a:cubicBezTo>
                    <a:pt x="8931" y="103"/>
                    <a:pt x="8809" y="72"/>
                    <a:pt x="8687" y="72"/>
                  </a:cubicBezTo>
                  <a:cubicBezTo>
                    <a:pt x="8323" y="27"/>
                    <a:pt x="7948" y="0"/>
                    <a:pt x="7573" y="0"/>
                  </a:cubicBezTo>
                  <a:close/>
                </a:path>
              </a:pathLst>
            </a:custGeom>
            <a:solidFill>
              <a:srgbClr val="D48B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674098" y="1989820"/>
              <a:ext cx="149253" cy="83648"/>
            </a:xfrm>
            <a:custGeom>
              <a:avLst/>
              <a:gdLst/>
              <a:ahLst/>
              <a:cxnLst/>
              <a:rect l="l" t="t" r="r" b="b"/>
              <a:pathLst>
                <a:path w="2068" h="1159" extrusionOk="0">
                  <a:moveTo>
                    <a:pt x="1524" y="1"/>
                  </a:moveTo>
                  <a:cubicBezTo>
                    <a:pt x="1368" y="1"/>
                    <a:pt x="1201" y="39"/>
                    <a:pt x="1064" y="54"/>
                  </a:cubicBezTo>
                  <a:cubicBezTo>
                    <a:pt x="760" y="145"/>
                    <a:pt x="426" y="175"/>
                    <a:pt x="183" y="388"/>
                  </a:cubicBezTo>
                  <a:cubicBezTo>
                    <a:pt x="31" y="540"/>
                    <a:pt x="0" y="844"/>
                    <a:pt x="152" y="996"/>
                  </a:cubicBezTo>
                  <a:cubicBezTo>
                    <a:pt x="270" y="1114"/>
                    <a:pt x="461" y="1159"/>
                    <a:pt x="640" y="1159"/>
                  </a:cubicBezTo>
                  <a:cubicBezTo>
                    <a:pt x="692" y="1159"/>
                    <a:pt x="743" y="1155"/>
                    <a:pt x="791" y="1148"/>
                  </a:cubicBezTo>
                  <a:cubicBezTo>
                    <a:pt x="912" y="1148"/>
                    <a:pt x="1247" y="1057"/>
                    <a:pt x="1581" y="996"/>
                  </a:cubicBezTo>
                  <a:cubicBezTo>
                    <a:pt x="1702" y="996"/>
                    <a:pt x="1824" y="966"/>
                    <a:pt x="1915" y="874"/>
                  </a:cubicBezTo>
                  <a:cubicBezTo>
                    <a:pt x="2067" y="722"/>
                    <a:pt x="2067" y="510"/>
                    <a:pt x="1946" y="327"/>
                  </a:cubicBezTo>
                  <a:cubicBezTo>
                    <a:pt x="1946" y="297"/>
                    <a:pt x="1946" y="236"/>
                    <a:pt x="1915" y="175"/>
                  </a:cubicBezTo>
                  <a:cubicBezTo>
                    <a:pt x="1824" y="39"/>
                    <a:pt x="1680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393272" y="1914038"/>
              <a:ext cx="195299" cy="173864"/>
            </a:xfrm>
            <a:custGeom>
              <a:avLst/>
              <a:gdLst/>
              <a:ahLst/>
              <a:cxnLst/>
              <a:rect l="l" t="t" r="r" b="b"/>
              <a:pathLst>
                <a:path w="2706" h="2409" extrusionOk="0">
                  <a:moveTo>
                    <a:pt x="1380" y="0"/>
                  </a:moveTo>
                  <a:cubicBezTo>
                    <a:pt x="978" y="0"/>
                    <a:pt x="611" y="230"/>
                    <a:pt x="365" y="557"/>
                  </a:cubicBezTo>
                  <a:cubicBezTo>
                    <a:pt x="1" y="982"/>
                    <a:pt x="61" y="1590"/>
                    <a:pt x="426" y="1985"/>
                  </a:cubicBezTo>
                  <a:cubicBezTo>
                    <a:pt x="674" y="2255"/>
                    <a:pt x="987" y="2408"/>
                    <a:pt x="1306" y="2408"/>
                  </a:cubicBezTo>
                  <a:cubicBezTo>
                    <a:pt x="1419" y="2408"/>
                    <a:pt x="1531" y="2389"/>
                    <a:pt x="1642" y="2350"/>
                  </a:cubicBezTo>
                  <a:lnTo>
                    <a:pt x="1672" y="2350"/>
                  </a:lnTo>
                  <a:cubicBezTo>
                    <a:pt x="2098" y="2228"/>
                    <a:pt x="2493" y="1894"/>
                    <a:pt x="2615" y="1438"/>
                  </a:cubicBezTo>
                  <a:cubicBezTo>
                    <a:pt x="2706" y="1073"/>
                    <a:pt x="2645" y="709"/>
                    <a:pt x="2372" y="435"/>
                  </a:cubicBezTo>
                  <a:cubicBezTo>
                    <a:pt x="2159" y="222"/>
                    <a:pt x="1824" y="40"/>
                    <a:pt x="1520" y="10"/>
                  </a:cubicBezTo>
                  <a:cubicBezTo>
                    <a:pt x="1473" y="3"/>
                    <a:pt x="1427" y="0"/>
                    <a:pt x="1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1843633" y="1940887"/>
              <a:ext cx="207352" cy="151562"/>
            </a:xfrm>
            <a:custGeom>
              <a:avLst/>
              <a:gdLst/>
              <a:ahLst/>
              <a:cxnLst/>
              <a:rect l="l" t="t" r="r" b="b"/>
              <a:pathLst>
                <a:path w="2873" h="2100" extrusionOk="0">
                  <a:moveTo>
                    <a:pt x="1508" y="1"/>
                  </a:moveTo>
                  <a:cubicBezTo>
                    <a:pt x="1489" y="1"/>
                    <a:pt x="1470" y="1"/>
                    <a:pt x="1451" y="2"/>
                  </a:cubicBezTo>
                  <a:cubicBezTo>
                    <a:pt x="1439" y="2"/>
                    <a:pt x="1428" y="2"/>
                    <a:pt x="1416" y="2"/>
                  </a:cubicBezTo>
                  <a:cubicBezTo>
                    <a:pt x="496" y="2"/>
                    <a:pt x="0" y="1196"/>
                    <a:pt x="691" y="1856"/>
                  </a:cubicBezTo>
                  <a:cubicBezTo>
                    <a:pt x="869" y="2009"/>
                    <a:pt x="1090" y="2077"/>
                    <a:pt x="1318" y="2077"/>
                  </a:cubicBezTo>
                  <a:cubicBezTo>
                    <a:pt x="1362" y="2077"/>
                    <a:pt x="1406" y="2074"/>
                    <a:pt x="1451" y="2069"/>
                  </a:cubicBezTo>
                  <a:cubicBezTo>
                    <a:pt x="1481" y="2100"/>
                    <a:pt x="1512" y="2100"/>
                    <a:pt x="1542" y="2100"/>
                  </a:cubicBezTo>
                  <a:cubicBezTo>
                    <a:pt x="2028" y="2008"/>
                    <a:pt x="2515" y="1674"/>
                    <a:pt x="2636" y="1188"/>
                  </a:cubicBezTo>
                  <a:cubicBezTo>
                    <a:pt x="2872" y="480"/>
                    <a:pt x="2135" y="1"/>
                    <a:pt x="1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513946" y="1769475"/>
              <a:ext cx="81266" cy="55356"/>
            </a:xfrm>
            <a:custGeom>
              <a:avLst/>
              <a:gdLst/>
              <a:ahLst/>
              <a:cxnLst/>
              <a:rect l="l" t="t" r="r" b="b"/>
              <a:pathLst>
                <a:path w="1126" h="767" extrusionOk="0">
                  <a:moveTo>
                    <a:pt x="978" y="0"/>
                  </a:moveTo>
                  <a:cubicBezTo>
                    <a:pt x="967" y="0"/>
                    <a:pt x="955" y="2"/>
                    <a:pt x="943" y="6"/>
                  </a:cubicBezTo>
                  <a:cubicBezTo>
                    <a:pt x="912" y="37"/>
                    <a:pt x="882" y="37"/>
                    <a:pt x="851" y="37"/>
                  </a:cubicBezTo>
                  <a:cubicBezTo>
                    <a:pt x="608" y="37"/>
                    <a:pt x="213" y="219"/>
                    <a:pt x="122" y="371"/>
                  </a:cubicBezTo>
                  <a:cubicBezTo>
                    <a:pt x="0" y="554"/>
                    <a:pt x="152" y="766"/>
                    <a:pt x="335" y="766"/>
                  </a:cubicBezTo>
                  <a:cubicBezTo>
                    <a:pt x="548" y="766"/>
                    <a:pt x="700" y="645"/>
                    <a:pt x="882" y="554"/>
                  </a:cubicBezTo>
                  <a:cubicBezTo>
                    <a:pt x="943" y="523"/>
                    <a:pt x="1003" y="493"/>
                    <a:pt x="1064" y="432"/>
                  </a:cubicBezTo>
                  <a:cubicBezTo>
                    <a:pt x="1064" y="402"/>
                    <a:pt x="1095" y="371"/>
                    <a:pt x="1125" y="341"/>
                  </a:cubicBezTo>
                  <a:cubicBezTo>
                    <a:pt x="1125" y="280"/>
                    <a:pt x="1125" y="219"/>
                    <a:pt x="1095" y="158"/>
                  </a:cubicBezTo>
                  <a:cubicBezTo>
                    <a:pt x="1095" y="79"/>
                    <a:pt x="1049" y="0"/>
                    <a:pt x="978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885277" y="1741399"/>
              <a:ext cx="91587" cy="70801"/>
            </a:xfrm>
            <a:custGeom>
              <a:avLst/>
              <a:gdLst/>
              <a:ahLst/>
              <a:cxnLst/>
              <a:rect l="l" t="t" r="r" b="b"/>
              <a:pathLst>
                <a:path w="1269" h="981" extrusionOk="0">
                  <a:moveTo>
                    <a:pt x="479" y="0"/>
                  </a:moveTo>
                  <a:cubicBezTo>
                    <a:pt x="418" y="0"/>
                    <a:pt x="357" y="31"/>
                    <a:pt x="296" y="61"/>
                  </a:cubicBezTo>
                  <a:cubicBezTo>
                    <a:pt x="285" y="59"/>
                    <a:pt x="275" y="59"/>
                    <a:pt x="264" y="59"/>
                  </a:cubicBezTo>
                  <a:cubicBezTo>
                    <a:pt x="75" y="59"/>
                    <a:pt x="0" y="314"/>
                    <a:pt x="144" y="487"/>
                  </a:cubicBezTo>
                  <a:cubicBezTo>
                    <a:pt x="235" y="639"/>
                    <a:pt x="448" y="730"/>
                    <a:pt x="631" y="851"/>
                  </a:cubicBezTo>
                  <a:cubicBezTo>
                    <a:pt x="781" y="926"/>
                    <a:pt x="807" y="981"/>
                    <a:pt x="897" y="981"/>
                  </a:cubicBezTo>
                  <a:cubicBezTo>
                    <a:pt x="916" y="981"/>
                    <a:pt x="938" y="978"/>
                    <a:pt x="965" y="973"/>
                  </a:cubicBezTo>
                  <a:cubicBezTo>
                    <a:pt x="1056" y="943"/>
                    <a:pt x="1087" y="882"/>
                    <a:pt x="1117" y="821"/>
                  </a:cubicBezTo>
                  <a:cubicBezTo>
                    <a:pt x="1269" y="699"/>
                    <a:pt x="1147" y="426"/>
                    <a:pt x="1026" y="304"/>
                  </a:cubicBezTo>
                  <a:cubicBezTo>
                    <a:pt x="935" y="213"/>
                    <a:pt x="813" y="122"/>
                    <a:pt x="722" y="91"/>
                  </a:cubicBezTo>
                  <a:cubicBezTo>
                    <a:pt x="661" y="31"/>
                    <a:pt x="570" y="0"/>
                    <a:pt x="47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237522" y="1163362"/>
              <a:ext cx="1057471" cy="713858"/>
            </a:xfrm>
            <a:custGeom>
              <a:avLst/>
              <a:gdLst/>
              <a:ahLst/>
              <a:cxnLst/>
              <a:rect l="l" t="t" r="r" b="b"/>
              <a:pathLst>
                <a:path w="14652" h="9891" extrusionOk="0">
                  <a:moveTo>
                    <a:pt x="4539" y="0"/>
                  </a:moveTo>
                  <a:cubicBezTo>
                    <a:pt x="4328" y="0"/>
                    <a:pt x="4116" y="60"/>
                    <a:pt x="3922" y="198"/>
                  </a:cubicBezTo>
                  <a:cubicBezTo>
                    <a:pt x="3435" y="471"/>
                    <a:pt x="2919" y="897"/>
                    <a:pt x="2736" y="1444"/>
                  </a:cubicBezTo>
                  <a:cubicBezTo>
                    <a:pt x="2675" y="1535"/>
                    <a:pt x="2645" y="1626"/>
                    <a:pt x="2615" y="1717"/>
                  </a:cubicBezTo>
                  <a:cubicBezTo>
                    <a:pt x="2523" y="1930"/>
                    <a:pt x="2493" y="2173"/>
                    <a:pt x="2493" y="2416"/>
                  </a:cubicBezTo>
                  <a:cubicBezTo>
                    <a:pt x="2422" y="2405"/>
                    <a:pt x="2352" y="2399"/>
                    <a:pt x="2283" y="2399"/>
                  </a:cubicBezTo>
                  <a:cubicBezTo>
                    <a:pt x="1822" y="2399"/>
                    <a:pt x="1416" y="2654"/>
                    <a:pt x="1125" y="3024"/>
                  </a:cubicBezTo>
                  <a:cubicBezTo>
                    <a:pt x="1095" y="3055"/>
                    <a:pt x="1064" y="3055"/>
                    <a:pt x="1034" y="3085"/>
                  </a:cubicBezTo>
                  <a:cubicBezTo>
                    <a:pt x="639" y="3480"/>
                    <a:pt x="365" y="4027"/>
                    <a:pt x="487" y="4605"/>
                  </a:cubicBezTo>
                  <a:cubicBezTo>
                    <a:pt x="487" y="4696"/>
                    <a:pt x="487" y="4757"/>
                    <a:pt x="517" y="4848"/>
                  </a:cubicBezTo>
                  <a:cubicBezTo>
                    <a:pt x="548" y="5000"/>
                    <a:pt x="608" y="5182"/>
                    <a:pt x="730" y="5304"/>
                  </a:cubicBezTo>
                  <a:cubicBezTo>
                    <a:pt x="791" y="5395"/>
                    <a:pt x="882" y="5456"/>
                    <a:pt x="1004" y="5486"/>
                  </a:cubicBezTo>
                  <a:cubicBezTo>
                    <a:pt x="1064" y="5638"/>
                    <a:pt x="1156" y="5790"/>
                    <a:pt x="1247" y="5912"/>
                  </a:cubicBezTo>
                  <a:cubicBezTo>
                    <a:pt x="1216" y="5912"/>
                    <a:pt x="1156" y="5942"/>
                    <a:pt x="1064" y="5942"/>
                  </a:cubicBezTo>
                  <a:cubicBezTo>
                    <a:pt x="517" y="6216"/>
                    <a:pt x="1" y="6854"/>
                    <a:pt x="31" y="7493"/>
                  </a:cubicBezTo>
                  <a:cubicBezTo>
                    <a:pt x="92" y="7948"/>
                    <a:pt x="335" y="8587"/>
                    <a:pt x="882" y="8587"/>
                  </a:cubicBezTo>
                  <a:cubicBezTo>
                    <a:pt x="912" y="8648"/>
                    <a:pt x="912" y="8708"/>
                    <a:pt x="912" y="8769"/>
                  </a:cubicBezTo>
                  <a:lnTo>
                    <a:pt x="943" y="8769"/>
                  </a:lnTo>
                  <a:cubicBezTo>
                    <a:pt x="852" y="9012"/>
                    <a:pt x="882" y="9225"/>
                    <a:pt x="1004" y="9407"/>
                  </a:cubicBezTo>
                  <a:cubicBezTo>
                    <a:pt x="852" y="9529"/>
                    <a:pt x="912" y="9803"/>
                    <a:pt x="1125" y="9803"/>
                  </a:cubicBezTo>
                  <a:cubicBezTo>
                    <a:pt x="1135" y="9813"/>
                    <a:pt x="1145" y="9816"/>
                    <a:pt x="1156" y="9816"/>
                  </a:cubicBezTo>
                  <a:cubicBezTo>
                    <a:pt x="1176" y="9816"/>
                    <a:pt x="1196" y="9803"/>
                    <a:pt x="1216" y="9803"/>
                  </a:cubicBezTo>
                  <a:cubicBezTo>
                    <a:pt x="1247" y="9833"/>
                    <a:pt x="1277" y="9833"/>
                    <a:pt x="1308" y="9833"/>
                  </a:cubicBezTo>
                  <a:cubicBezTo>
                    <a:pt x="1520" y="9863"/>
                    <a:pt x="1429" y="9863"/>
                    <a:pt x="1520" y="9863"/>
                  </a:cubicBezTo>
                  <a:cubicBezTo>
                    <a:pt x="1564" y="9882"/>
                    <a:pt x="1607" y="9890"/>
                    <a:pt x="1648" y="9890"/>
                  </a:cubicBezTo>
                  <a:cubicBezTo>
                    <a:pt x="1809" y="9890"/>
                    <a:pt x="1940" y="9759"/>
                    <a:pt x="1915" y="9590"/>
                  </a:cubicBezTo>
                  <a:cubicBezTo>
                    <a:pt x="2007" y="9468"/>
                    <a:pt x="2067" y="9347"/>
                    <a:pt x="2159" y="9225"/>
                  </a:cubicBezTo>
                  <a:cubicBezTo>
                    <a:pt x="2250" y="9043"/>
                    <a:pt x="2311" y="8860"/>
                    <a:pt x="2402" y="8678"/>
                  </a:cubicBezTo>
                  <a:cubicBezTo>
                    <a:pt x="2584" y="8344"/>
                    <a:pt x="2736" y="7979"/>
                    <a:pt x="2827" y="7614"/>
                  </a:cubicBezTo>
                  <a:cubicBezTo>
                    <a:pt x="2827" y="7584"/>
                    <a:pt x="2827" y="7584"/>
                    <a:pt x="2827" y="7553"/>
                  </a:cubicBezTo>
                  <a:cubicBezTo>
                    <a:pt x="2858" y="7462"/>
                    <a:pt x="2888" y="7371"/>
                    <a:pt x="2919" y="7280"/>
                  </a:cubicBezTo>
                  <a:cubicBezTo>
                    <a:pt x="2949" y="7128"/>
                    <a:pt x="3010" y="6976"/>
                    <a:pt x="3040" y="6824"/>
                  </a:cubicBezTo>
                  <a:cubicBezTo>
                    <a:pt x="3101" y="6854"/>
                    <a:pt x="3162" y="6885"/>
                    <a:pt x="3223" y="6915"/>
                  </a:cubicBezTo>
                  <a:cubicBezTo>
                    <a:pt x="3379" y="6984"/>
                    <a:pt x="3548" y="7017"/>
                    <a:pt x="3717" y="7017"/>
                  </a:cubicBezTo>
                  <a:cubicBezTo>
                    <a:pt x="4142" y="7017"/>
                    <a:pt x="4573" y="6815"/>
                    <a:pt x="4833" y="6489"/>
                  </a:cubicBezTo>
                  <a:cubicBezTo>
                    <a:pt x="4955" y="6581"/>
                    <a:pt x="5107" y="6641"/>
                    <a:pt x="5259" y="6672"/>
                  </a:cubicBezTo>
                  <a:cubicBezTo>
                    <a:pt x="5415" y="6709"/>
                    <a:pt x="5580" y="6729"/>
                    <a:pt x="5744" y="6729"/>
                  </a:cubicBezTo>
                  <a:cubicBezTo>
                    <a:pt x="6122" y="6729"/>
                    <a:pt x="6494" y="6622"/>
                    <a:pt x="6748" y="6368"/>
                  </a:cubicBezTo>
                  <a:cubicBezTo>
                    <a:pt x="6840" y="6277"/>
                    <a:pt x="6931" y="6186"/>
                    <a:pt x="6961" y="6064"/>
                  </a:cubicBezTo>
                  <a:cubicBezTo>
                    <a:pt x="7133" y="6145"/>
                    <a:pt x="7323" y="6182"/>
                    <a:pt x="7514" y="6182"/>
                  </a:cubicBezTo>
                  <a:cubicBezTo>
                    <a:pt x="7897" y="6182"/>
                    <a:pt x="8288" y="6034"/>
                    <a:pt x="8572" y="5790"/>
                  </a:cubicBezTo>
                  <a:cubicBezTo>
                    <a:pt x="8724" y="5638"/>
                    <a:pt x="8815" y="5426"/>
                    <a:pt x="8906" y="5243"/>
                  </a:cubicBezTo>
                  <a:cubicBezTo>
                    <a:pt x="8998" y="5395"/>
                    <a:pt x="9089" y="5578"/>
                    <a:pt x="9241" y="5730"/>
                  </a:cubicBezTo>
                  <a:cubicBezTo>
                    <a:pt x="9429" y="5990"/>
                    <a:pt x="9686" y="6099"/>
                    <a:pt x="9953" y="6099"/>
                  </a:cubicBezTo>
                  <a:cubicBezTo>
                    <a:pt x="10246" y="6099"/>
                    <a:pt x="10552" y="5967"/>
                    <a:pt x="10791" y="5760"/>
                  </a:cubicBezTo>
                  <a:cubicBezTo>
                    <a:pt x="10973" y="6064"/>
                    <a:pt x="11338" y="6246"/>
                    <a:pt x="11703" y="6277"/>
                  </a:cubicBezTo>
                  <a:lnTo>
                    <a:pt x="11855" y="6277"/>
                  </a:lnTo>
                  <a:cubicBezTo>
                    <a:pt x="12037" y="6277"/>
                    <a:pt x="12250" y="6277"/>
                    <a:pt x="12432" y="6216"/>
                  </a:cubicBezTo>
                  <a:cubicBezTo>
                    <a:pt x="12949" y="6064"/>
                    <a:pt x="13466" y="5760"/>
                    <a:pt x="13648" y="5243"/>
                  </a:cubicBezTo>
                  <a:cubicBezTo>
                    <a:pt x="13709" y="5122"/>
                    <a:pt x="13739" y="4939"/>
                    <a:pt x="13739" y="4787"/>
                  </a:cubicBezTo>
                  <a:cubicBezTo>
                    <a:pt x="14013" y="4696"/>
                    <a:pt x="14256" y="4544"/>
                    <a:pt x="14408" y="4301"/>
                  </a:cubicBezTo>
                  <a:cubicBezTo>
                    <a:pt x="14651" y="3845"/>
                    <a:pt x="14530" y="3207"/>
                    <a:pt x="13983" y="3024"/>
                  </a:cubicBezTo>
                  <a:cubicBezTo>
                    <a:pt x="13861" y="2994"/>
                    <a:pt x="13739" y="2964"/>
                    <a:pt x="13648" y="2964"/>
                  </a:cubicBezTo>
                  <a:cubicBezTo>
                    <a:pt x="13587" y="2629"/>
                    <a:pt x="13435" y="2295"/>
                    <a:pt x="13192" y="2082"/>
                  </a:cubicBezTo>
                  <a:cubicBezTo>
                    <a:pt x="12854" y="1829"/>
                    <a:pt x="12412" y="1653"/>
                    <a:pt x="11961" y="1653"/>
                  </a:cubicBezTo>
                  <a:cubicBezTo>
                    <a:pt x="11926" y="1653"/>
                    <a:pt x="11890" y="1654"/>
                    <a:pt x="11855" y="1657"/>
                  </a:cubicBezTo>
                  <a:cubicBezTo>
                    <a:pt x="11794" y="1505"/>
                    <a:pt x="11703" y="1383"/>
                    <a:pt x="11551" y="1261"/>
                  </a:cubicBezTo>
                  <a:cubicBezTo>
                    <a:pt x="11217" y="988"/>
                    <a:pt x="10761" y="897"/>
                    <a:pt x="10305" y="866"/>
                  </a:cubicBezTo>
                  <a:cubicBezTo>
                    <a:pt x="9818" y="866"/>
                    <a:pt x="9332" y="957"/>
                    <a:pt x="8906" y="1201"/>
                  </a:cubicBezTo>
                  <a:cubicBezTo>
                    <a:pt x="8876" y="1231"/>
                    <a:pt x="8815" y="1261"/>
                    <a:pt x="8755" y="1292"/>
                  </a:cubicBezTo>
                  <a:cubicBezTo>
                    <a:pt x="8755" y="1261"/>
                    <a:pt x="8755" y="1231"/>
                    <a:pt x="8755" y="1201"/>
                  </a:cubicBezTo>
                  <a:cubicBezTo>
                    <a:pt x="8694" y="957"/>
                    <a:pt x="8542" y="684"/>
                    <a:pt x="8299" y="532"/>
                  </a:cubicBezTo>
                  <a:cubicBezTo>
                    <a:pt x="8086" y="410"/>
                    <a:pt x="7843" y="350"/>
                    <a:pt x="7599" y="319"/>
                  </a:cubicBezTo>
                  <a:cubicBezTo>
                    <a:pt x="7235" y="319"/>
                    <a:pt x="6900" y="441"/>
                    <a:pt x="6566" y="562"/>
                  </a:cubicBezTo>
                  <a:cubicBezTo>
                    <a:pt x="6599" y="548"/>
                    <a:pt x="6611" y="542"/>
                    <a:pt x="6609" y="542"/>
                  </a:cubicBezTo>
                  <a:cubicBezTo>
                    <a:pt x="6596" y="542"/>
                    <a:pt x="6126" y="728"/>
                    <a:pt x="6049" y="806"/>
                  </a:cubicBezTo>
                  <a:cubicBezTo>
                    <a:pt x="6019" y="836"/>
                    <a:pt x="5958" y="866"/>
                    <a:pt x="5928" y="897"/>
                  </a:cubicBezTo>
                  <a:cubicBezTo>
                    <a:pt x="5837" y="714"/>
                    <a:pt x="5685" y="532"/>
                    <a:pt x="5502" y="410"/>
                  </a:cubicBezTo>
                  <a:cubicBezTo>
                    <a:pt x="5237" y="164"/>
                    <a:pt x="4889" y="0"/>
                    <a:pt x="453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96751" y="2929014"/>
              <a:ext cx="2132409" cy="1462504"/>
            </a:xfrm>
            <a:custGeom>
              <a:avLst/>
              <a:gdLst/>
              <a:ahLst/>
              <a:cxnLst/>
              <a:rect l="l" t="t" r="r" b="b"/>
              <a:pathLst>
                <a:path w="29546" h="20264" extrusionOk="0">
                  <a:moveTo>
                    <a:pt x="18208" y="3515"/>
                  </a:moveTo>
                  <a:cubicBezTo>
                    <a:pt x="18603" y="3546"/>
                    <a:pt x="18998" y="3576"/>
                    <a:pt x="19363" y="3637"/>
                  </a:cubicBezTo>
                  <a:lnTo>
                    <a:pt x="19332" y="3637"/>
                  </a:lnTo>
                  <a:cubicBezTo>
                    <a:pt x="19180" y="3637"/>
                    <a:pt x="19029" y="3606"/>
                    <a:pt x="18877" y="3606"/>
                  </a:cubicBezTo>
                  <a:cubicBezTo>
                    <a:pt x="18633" y="3576"/>
                    <a:pt x="18421" y="3546"/>
                    <a:pt x="18208" y="3515"/>
                  </a:cubicBezTo>
                  <a:close/>
                  <a:moveTo>
                    <a:pt x="13259" y="1"/>
                  </a:moveTo>
                  <a:cubicBezTo>
                    <a:pt x="13117" y="1"/>
                    <a:pt x="12984" y="83"/>
                    <a:pt x="12889" y="202"/>
                  </a:cubicBezTo>
                  <a:cubicBezTo>
                    <a:pt x="11855" y="810"/>
                    <a:pt x="10518" y="2087"/>
                    <a:pt x="9879" y="2573"/>
                  </a:cubicBezTo>
                  <a:cubicBezTo>
                    <a:pt x="7843" y="4032"/>
                    <a:pt x="4925" y="6342"/>
                    <a:pt x="3466" y="7527"/>
                  </a:cubicBezTo>
                  <a:cubicBezTo>
                    <a:pt x="2797" y="8044"/>
                    <a:pt x="2189" y="8622"/>
                    <a:pt x="1551" y="9108"/>
                  </a:cubicBezTo>
                  <a:cubicBezTo>
                    <a:pt x="1587" y="9078"/>
                    <a:pt x="1600" y="9066"/>
                    <a:pt x="1598" y="9066"/>
                  </a:cubicBezTo>
                  <a:cubicBezTo>
                    <a:pt x="1590" y="9066"/>
                    <a:pt x="1320" y="9272"/>
                    <a:pt x="1247" y="9321"/>
                  </a:cubicBezTo>
                  <a:cubicBezTo>
                    <a:pt x="1004" y="9533"/>
                    <a:pt x="669" y="9716"/>
                    <a:pt x="305" y="10141"/>
                  </a:cubicBezTo>
                  <a:cubicBezTo>
                    <a:pt x="1" y="10567"/>
                    <a:pt x="214" y="11114"/>
                    <a:pt x="518" y="11509"/>
                  </a:cubicBezTo>
                  <a:cubicBezTo>
                    <a:pt x="669" y="11783"/>
                    <a:pt x="913" y="12056"/>
                    <a:pt x="1247" y="12056"/>
                  </a:cubicBezTo>
                  <a:cubicBezTo>
                    <a:pt x="1733" y="12056"/>
                    <a:pt x="2159" y="11813"/>
                    <a:pt x="2554" y="11570"/>
                  </a:cubicBezTo>
                  <a:cubicBezTo>
                    <a:pt x="2797" y="11509"/>
                    <a:pt x="2949" y="11357"/>
                    <a:pt x="3162" y="11296"/>
                  </a:cubicBezTo>
                  <a:cubicBezTo>
                    <a:pt x="3405" y="11205"/>
                    <a:pt x="3648" y="11084"/>
                    <a:pt x="3861" y="10962"/>
                  </a:cubicBezTo>
                  <a:cubicBezTo>
                    <a:pt x="4591" y="10628"/>
                    <a:pt x="5229" y="10324"/>
                    <a:pt x="5837" y="10081"/>
                  </a:cubicBezTo>
                  <a:cubicBezTo>
                    <a:pt x="7995" y="9169"/>
                    <a:pt x="10427" y="8074"/>
                    <a:pt x="12889" y="6889"/>
                  </a:cubicBezTo>
                  <a:cubicBezTo>
                    <a:pt x="14317" y="6220"/>
                    <a:pt x="16019" y="5369"/>
                    <a:pt x="17357" y="4913"/>
                  </a:cubicBezTo>
                  <a:cubicBezTo>
                    <a:pt x="17691" y="4761"/>
                    <a:pt x="18025" y="4670"/>
                    <a:pt x="18360" y="4609"/>
                  </a:cubicBezTo>
                  <a:cubicBezTo>
                    <a:pt x="18421" y="4609"/>
                    <a:pt x="18481" y="4609"/>
                    <a:pt x="18542" y="4579"/>
                  </a:cubicBezTo>
                  <a:cubicBezTo>
                    <a:pt x="18580" y="4587"/>
                    <a:pt x="18618" y="4590"/>
                    <a:pt x="18656" y="4590"/>
                  </a:cubicBezTo>
                  <a:cubicBezTo>
                    <a:pt x="18768" y="4590"/>
                    <a:pt x="18877" y="4556"/>
                    <a:pt x="18968" y="4488"/>
                  </a:cubicBezTo>
                  <a:lnTo>
                    <a:pt x="19120" y="4488"/>
                  </a:lnTo>
                  <a:cubicBezTo>
                    <a:pt x="19059" y="4640"/>
                    <a:pt x="19029" y="4792"/>
                    <a:pt x="19120" y="4944"/>
                  </a:cubicBezTo>
                  <a:cubicBezTo>
                    <a:pt x="19849" y="6342"/>
                    <a:pt x="20639" y="7679"/>
                    <a:pt x="21460" y="9017"/>
                  </a:cubicBezTo>
                  <a:cubicBezTo>
                    <a:pt x="21825" y="9837"/>
                    <a:pt x="22220" y="10628"/>
                    <a:pt x="22615" y="11448"/>
                  </a:cubicBezTo>
                  <a:cubicBezTo>
                    <a:pt x="22615" y="11479"/>
                    <a:pt x="22646" y="11509"/>
                    <a:pt x="22676" y="11540"/>
                  </a:cubicBezTo>
                  <a:cubicBezTo>
                    <a:pt x="22676" y="11570"/>
                    <a:pt x="22676" y="11600"/>
                    <a:pt x="22706" y="11631"/>
                  </a:cubicBezTo>
                  <a:cubicBezTo>
                    <a:pt x="23193" y="12664"/>
                    <a:pt x="23649" y="13728"/>
                    <a:pt x="24257" y="14701"/>
                  </a:cubicBezTo>
                  <a:cubicBezTo>
                    <a:pt x="24287" y="14762"/>
                    <a:pt x="24317" y="14792"/>
                    <a:pt x="24317" y="14853"/>
                  </a:cubicBezTo>
                  <a:cubicBezTo>
                    <a:pt x="24439" y="15035"/>
                    <a:pt x="24561" y="15248"/>
                    <a:pt x="24712" y="15430"/>
                  </a:cubicBezTo>
                  <a:cubicBezTo>
                    <a:pt x="24804" y="15613"/>
                    <a:pt x="24864" y="15765"/>
                    <a:pt x="25016" y="15886"/>
                  </a:cubicBezTo>
                  <a:cubicBezTo>
                    <a:pt x="25016" y="15947"/>
                    <a:pt x="25047" y="16008"/>
                    <a:pt x="25077" y="16069"/>
                  </a:cubicBezTo>
                  <a:cubicBezTo>
                    <a:pt x="25199" y="16403"/>
                    <a:pt x="25290" y="16768"/>
                    <a:pt x="25381" y="17102"/>
                  </a:cubicBezTo>
                  <a:cubicBezTo>
                    <a:pt x="25564" y="17528"/>
                    <a:pt x="25959" y="18257"/>
                    <a:pt x="25989" y="18348"/>
                  </a:cubicBezTo>
                  <a:cubicBezTo>
                    <a:pt x="26232" y="18865"/>
                    <a:pt x="26263" y="19230"/>
                    <a:pt x="26749" y="19807"/>
                  </a:cubicBezTo>
                  <a:cubicBezTo>
                    <a:pt x="26810" y="19868"/>
                    <a:pt x="26901" y="19959"/>
                    <a:pt x="26992" y="19990"/>
                  </a:cubicBezTo>
                  <a:cubicBezTo>
                    <a:pt x="27144" y="20172"/>
                    <a:pt x="27448" y="20263"/>
                    <a:pt x="27691" y="20263"/>
                  </a:cubicBezTo>
                  <a:cubicBezTo>
                    <a:pt x="28117" y="20263"/>
                    <a:pt x="28482" y="20081"/>
                    <a:pt x="28816" y="19898"/>
                  </a:cubicBezTo>
                  <a:cubicBezTo>
                    <a:pt x="29120" y="19746"/>
                    <a:pt x="28938" y="19838"/>
                    <a:pt x="29241" y="19716"/>
                  </a:cubicBezTo>
                  <a:cubicBezTo>
                    <a:pt x="29485" y="19564"/>
                    <a:pt x="29545" y="19260"/>
                    <a:pt x="29393" y="19078"/>
                  </a:cubicBezTo>
                  <a:cubicBezTo>
                    <a:pt x="29150" y="18683"/>
                    <a:pt x="28846" y="18014"/>
                    <a:pt x="28542" y="17254"/>
                  </a:cubicBezTo>
                  <a:cubicBezTo>
                    <a:pt x="28330" y="16494"/>
                    <a:pt x="28178" y="15734"/>
                    <a:pt x="27965" y="14974"/>
                  </a:cubicBezTo>
                  <a:cubicBezTo>
                    <a:pt x="27539" y="13363"/>
                    <a:pt x="27053" y="11722"/>
                    <a:pt x="26779" y="10081"/>
                  </a:cubicBezTo>
                  <a:cubicBezTo>
                    <a:pt x="26658" y="9199"/>
                    <a:pt x="26141" y="7406"/>
                    <a:pt x="25928" y="6160"/>
                  </a:cubicBezTo>
                  <a:cubicBezTo>
                    <a:pt x="25807" y="5612"/>
                    <a:pt x="25807" y="5491"/>
                    <a:pt x="25716" y="4822"/>
                  </a:cubicBezTo>
                  <a:cubicBezTo>
                    <a:pt x="25624" y="4245"/>
                    <a:pt x="25472" y="3728"/>
                    <a:pt x="25381" y="3150"/>
                  </a:cubicBezTo>
                  <a:cubicBezTo>
                    <a:pt x="25381" y="3090"/>
                    <a:pt x="25381" y="2998"/>
                    <a:pt x="25381" y="2968"/>
                  </a:cubicBezTo>
                  <a:cubicBezTo>
                    <a:pt x="25412" y="2877"/>
                    <a:pt x="25412" y="2755"/>
                    <a:pt x="25351" y="2694"/>
                  </a:cubicBezTo>
                  <a:cubicBezTo>
                    <a:pt x="25290" y="2542"/>
                    <a:pt x="25138" y="2421"/>
                    <a:pt x="24956" y="2421"/>
                  </a:cubicBezTo>
                  <a:cubicBezTo>
                    <a:pt x="24864" y="2421"/>
                    <a:pt x="24773" y="2451"/>
                    <a:pt x="24682" y="2512"/>
                  </a:cubicBezTo>
                  <a:cubicBezTo>
                    <a:pt x="24652" y="2482"/>
                    <a:pt x="24621" y="2482"/>
                    <a:pt x="24561" y="2451"/>
                  </a:cubicBezTo>
                  <a:lnTo>
                    <a:pt x="24409" y="2451"/>
                  </a:lnTo>
                  <a:cubicBezTo>
                    <a:pt x="24429" y="2451"/>
                    <a:pt x="24422" y="2438"/>
                    <a:pt x="24334" y="2438"/>
                  </a:cubicBezTo>
                  <a:cubicBezTo>
                    <a:pt x="24290" y="2438"/>
                    <a:pt x="24226" y="2441"/>
                    <a:pt x="24135" y="2451"/>
                  </a:cubicBezTo>
                  <a:cubicBezTo>
                    <a:pt x="23770" y="2451"/>
                    <a:pt x="23405" y="2451"/>
                    <a:pt x="23041" y="2421"/>
                  </a:cubicBezTo>
                  <a:cubicBezTo>
                    <a:pt x="20275" y="2208"/>
                    <a:pt x="18299" y="2147"/>
                    <a:pt x="15503" y="1144"/>
                  </a:cubicBezTo>
                  <a:cubicBezTo>
                    <a:pt x="15290" y="1083"/>
                    <a:pt x="15107" y="1023"/>
                    <a:pt x="14955" y="962"/>
                  </a:cubicBezTo>
                  <a:cubicBezTo>
                    <a:pt x="14955" y="962"/>
                    <a:pt x="14955" y="962"/>
                    <a:pt x="14925" y="932"/>
                  </a:cubicBezTo>
                  <a:cubicBezTo>
                    <a:pt x="14500" y="719"/>
                    <a:pt x="14074" y="445"/>
                    <a:pt x="13648" y="172"/>
                  </a:cubicBezTo>
                  <a:cubicBezTo>
                    <a:pt x="13648" y="141"/>
                    <a:pt x="13588" y="141"/>
                    <a:pt x="13557" y="111"/>
                  </a:cubicBezTo>
                  <a:lnTo>
                    <a:pt x="13496" y="50"/>
                  </a:lnTo>
                  <a:cubicBezTo>
                    <a:pt x="13496" y="80"/>
                    <a:pt x="13496" y="80"/>
                    <a:pt x="13496" y="80"/>
                  </a:cubicBezTo>
                  <a:cubicBezTo>
                    <a:pt x="13466" y="50"/>
                    <a:pt x="13436" y="50"/>
                    <a:pt x="13375" y="20"/>
                  </a:cubicBezTo>
                  <a:cubicBezTo>
                    <a:pt x="13336" y="7"/>
                    <a:pt x="13297" y="1"/>
                    <a:pt x="13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608276" y="1919090"/>
              <a:ext cx="267688" cy="163399"/>
            </a:xfrm>
            <a:custGeom>
              <a:avLst/>
              <a:gdLst/>
              <a:ahLst/>
              <a:cxnLst/>
              <a:rect l="l" t="t" r="r" b="b"/>
              <a:pathLst>
                <a:path w="3709" h="2264" extrusionOk="0">
                  <a:moveTo>
                    <a:pt x="2146" y="1161"/>
                  </a:moveTo>
                  <a:cubicBezTo>
                    <a:pt x="2249" y="1161"/>
                    <a:pt x="2343" y="1178"/>
                    <a:pt x="2432" y="1216"/>
                  </a:cubicBezTo>
                  <a:cubicBezTo>
                    <a:pt x="2554" y="1277"/>
                    <a:pt x="2645" y="1338"/>
                    <a:pt x="2766" y="1429"/>
                  </a:cubicBezTo>
                  <a:cubicBezTo>
                    <a:pt x="2827" y="1490"/>
                    <a:pt x="2888" y="1520"/>
                    <a:pt x="2918" y="1581"/>
                  </a:cubicBezTo>
                  <a:cubicBezTo>
                    <a:pt x="2918" y="1611"/>
                    <a:pt x="2888" y="1672"/>
                    <a:pt x="2888" y="1702"/>
                  </a:cubicBezTo>
                  <a:cubicBezTo>
                    <a:pt x="2645" y="1915"/>
                    <a:pt x="2371" y="2037"/>
                    <a:pt x="2067" y="2067"/>
                  </a:cubicBezTo>
                  <a:cubicBezTo>
                    <a:pt x="1961" y="2086"/>
                    <a:pt x="1846" y="2097"/>
                    <a:pt x="1729" y="2097"/>
                  </a:cubicBezTo>
                  <a:cubicBezTo>
                    <a:pt x="1476" y="2097"/>
                    <a:pt x="1211" y="2049"/>
                    <a:pt x="1003" y="1946"/>
                  </a:cubicBezTo>
                  <a:cubicBezTo>
                    <a:pt x="943" y="1915"/>
                    <a:pt x="912" y="1915"/>
                    <a:pt x="852" y="1885"/>
                  </a:cubicBezTo>
                  <a:cubicBezTo>
                    <a:pt x="1003" y="1581"/>
                    <a:pt x="1368" y="1338"/>
                    <a:pt x="1672" y="1247"/>
                  </a:cubicBezTo>
                  <a:cubicBezTo>
                    <a:pt x="1849" y="1194"/>
                    <a:pt x="2005" y="1161"/>
                    <a:pt x="2146" y="1161"/>
                  </a:cubicBezTo>
                  <a:close/>
                  <a:moveTo>
                    <a:pt x="2098" y="0"/>
                  </a:moveTo>
                  <a:cubicBezTo>
                    <a:pt x="1733" y="0"/>
                    <a:pt x="1490" y="31"/>
                    <a:pt x="1155" y="122"/>
                  </a:cubicBezTo>
                  <a:lnTo>
                    <a:pt x="1125" y="122"/>
                  </a:lnTo>
                  <a:cubicBezTo>
                    <a:pt x="882" y="152"/>
                    <a:pt x="608" y="183"/>
                    <a:pt x="396" y="274"/>
                  </a:cubicBezTo>
                  <a:cubicBezTo>
                    <a:pt x="183" y="335"/>
                    <a:pt x="31" y="456"/>
                    <a:pt x="0" y="669"/>
                  </a:cubicBezTo>
                  <a:cubicBezTo>
                    <a:pt x="0" y="851"/>
                    <a:pt x="61" y="1034"/>
                    <a:pt x="122" y="1216"/>
                  </a:cubicBezTo>
                  <a:cubicBezTo>
                    <a:pt x="152" y="1307"/>
                    <a:pt x="183" y="1429"/>
                    <a:pt x="274" y="1550"/>
                  </a:cubicBezTo>
                  <a:cubicBezTo>
                    <a:pt x="426" y="1702"/>
                    <a:pt x="578" y="1854"/>
                    <a:pt x="730" y="1976"/>
                  </a:cubicBezTo>
                  <a:cubicBezTo>
                    <a:pt x="943" y="2128"/>
                    <a:pt x="1155" y="2189"/>
                    <a:pt x="1399" y="2250"/>
                  </a:cubicBezTo>
                  <a:cubicBezTo>
                    <a:pt x="1459" y="2260"/>
                    <a:pt x="1537" y="2263"/>
                    <a:pt x="1617" y="2263"/>
                  </a:cubicBezTo>
                  <a:cubicBezTo>
                    <a:pt x="1777" y="2263"/>
                    <a:pt x="1946" y="2250"/>
                    <a:pt x="2007" y="2250"/>
                  </a:cubicBezTo>
                  <a:cubicBezTo>
                    <a:pt x="2219" y="2219"/>
                    <a:pt x="2432" y="2189"/>
                    <a:pt x="2614" y="2098"/>
                  </a:cubicBezTo>
                  <a:cubicBezTo>
                    <a:pt x="2979" y="1915"/>
                    <a:pt x="3192" y="1611"/>
                    <a:pt x="3405" y="1307"/>
                  </a:cubicBezTo>
                  <a:cubicBezTo>
                    <a:pt x="3405" y="1277"/>
                    <a:pt x="3435" y="1277"/>
                    <a:pt x="3435" y="1247"/>
                  </a:cubicBezTo>
                  <a:cubicBezTo>
                    <a:pt x="3526" y="1125"/>
                    <a:pt x="3618" y="973"/>
                    <a:pt x="3648" y="821"/>
                  </a:cubicBezTo>
                  <a:cubicBezTo>
                    <a:pt x="3648" y="791"/>
                    <a:pt x="3648" y="760"/>
                    <a:pt x="3648" y="730"/>
                  </a:cubicBezTo>
                  <a:cubicBezTo>
                    <a:pt x="3678" y="730"/>
                    <a:pt x="3678" y="699"/>
                    <a:pt x="3678" y="699"/>
                  </a:cubicBezTo>
                  <a:cubicBezTo>
                    <a:pt x="3709" y="608"/>
                    <a:pt x="3709" y="517"/>
                    <a:pt x="3678" y="395"/>
                  </a:cubicBezTo>
                  <a:cubicBezTo>
                    <a:pt x="3648" y="304"/>
                    <a:pt x="3587" y="274"/>
                    <a:pt x="3526" y="243"/>
                  </a:cubicBezTo>
                  <a:cubicBezTo>
                    <a:pt x="3496" y="213"/>
                    <a:pt x="3496" y="213"/>
                    <a:pt x="3496" y="213"/>
                  </a:cubicBezTo>
                  <a:cubicBezTo>
                    <a:pt x="3466" y="183"/>
                    <a:pt x="3435" y="183"/>
                    <a:pt x="3435" y="183"/>
                  </a:cubicBezTo>
                  <a:cubicBezTo>
                    <a:pt x="3283" y="122"/>
                    <a:pt x="3131" y="91"/>
                    <a:pt x="2979" y="61"/>
                  </a:cubicBezTo>
                  <a:cubicBezTo>
                    <a:pt x="2736" y="0"/>
                    <a:pt x="2402" y="0"/>
                    <a:pt x="2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1549022" y="1883942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396" y="822"/>
                  </a:cubicBezTo>
                  <a:cubicBezTo>
                    <a:pt x="609" y="822"/>
                    <a:pt x="761" y="63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1884700" y="1864239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5" y="0"/>
                  </a:moveTo>
                  <a:cubicBezTo>
                    <a:pt x="183" y="0"/>
                    <a:pt x="0" y="183"/>
                    <a:pt x="0" y="396"/>
                  </a:cubicBezTo>
                  <a:cubicBezTo>
                    <a:pt x="0" y="639"/>
                    <a:pt x="183" y="821"/>
                    <a:pt x="395" y="821"/>
                  </a:cubicBezTo>
                  <a:cubicBezTo>
                    <a:pt x="608" y="821"/>
                    <a:pt x="760" y="639"/>
                    <a:pt x="760" y="396"/>
                  </a:cubicBezTo>
                  <a:cubicBezTo>
                    <a:pt x="760" y="183"/>
                    <a:pt x="608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1502976" y="1764423"/>
              <a:ext cx="116342" cy="57449"/>
            </a:xfrm>
            <a:custGeom>
              <a:avLst/>
              <a:gdLst/>
              <a:ahLst/>
              <a:cxnLst/>
              <a:rect l="l" t="t" r="r" b="b"/>
              <a:pathLst>
                <a:path w="1612" h="796" extrusionOk="0">
                  <a:moveTo>
                    <a:pt x="1125" y="168"/>
                  </a:moveTo>
                  <a:cubicBezTo>
                    <a:pt x="1216" y="168"/>
                    <a:pt x="1368" y="228"/>
                    <a:pt x="1307" y="259"/>
                  </a:cubicBezTo>
                  <a:cubicBezTo>
                    <a:pt x="1064" y="441"/>
                    <a:pt x="730" y="624"/>
                    <a:pt x="426" y="654"/>
                  </a:cubicBezTo>
                  <a:cubicBezTo>
                    <a:pt x="410" y="655"/>
                    <a:pt x="396" y="656"/>
                    <a:pt x="383" y="656"/>
                  </a:cubicBezTo>
                  <a:cubicBezTo>
                    <a:pt x="147" y="656"/>
                    <a:pt x="379" y="404"/>
                    <a:pt x="639" y="289"/>
                  </a:cubicBezTo>
                  <a:cubicBezTo>
                    <a:pt x="669" y="259"/>
                    <a:pt x="730" y="228"/>
                    <a:pt x="760" y="228"/>
                  </a:cubicBezTo>
                  <a:cubicBezTo>
                    <a:pt x="852" y="198"/>
                    <a:pt x="912" y="198"/>
                    <a:pt x="1003" y="168"/>
                  </a:cubicBezTo>
                  <a:cubicBezTo>
                    <a:pt x="1024" y="168"/>
                    <a:pt x="1058" y="181"/>
                    <a:pt x="1087" y="181"/>
                  </a:cubicBezTo>
                  <a:cubicBezTo>
                    <a:pt x="1101" y="181"/>
                    <a:pt x="1115" y="178"/>
                    <a:pt x="1125" y="168"/>
                  </a:cubicBezTo>
                  <a:close/>
                  <a:moveTo>
                    <a:pt x="1015" y="0"/>
                  </a:moveTo>
                  <a:cubicBezTo>
                    <a:pt x="943" y="0"/>
                    <a:pt x="867" y="16"/>
                    <a:pt x="791" y="46"/>
                  </a:cubicBezTo>
                  <a:cubicBezTo>
                    <a:pt x="760" y="46"/>
                    <a:pt x="669" y="76"/>
                    <a:pt x="639" y="137"/>
                  </a:cubicBezTo>
                  <a:cubicBezTo>
                    <a:pt x="304" y="259"/>
                    <a:pt x="0" y="532"/>
                    <a:pt x="244" y="745"/>
                  </a:cubicBezTo>
                  <a:cubicBezTo>
                    <a:pt x="279" y="781"/>
                    <a:pt x="336" y="795"/>
                    <a:pt x="395" y="795"/>
                  </a:cubicBezTo>
                  <a:cubicBezTo>
                    <a:pt x="436" y="795"/>
                    <a:pt x="479" y="788"/>
                    <a:pt x="517" y="775"/>
                  </a:cubicBezTo>
                  <a:cubicBezTo>
                    <a:pt x="760" y="745"/>
                    <a:pt x="912" y="654"/>
                    <a:pt x="1155" y="532"/>
                  </a:cubicBezTo>
                  <a:cubicBezTo>
                    <a:pt x="1429" y="411"/>
                    <a:pt x="1611" y="228"/>
                    <a:pt x="1216" y="46"/>
                  </a:cubicBezTo>
                  <a:cubicBezTo>
                    <a:pt x="1155" y="16"/>
                    <a:pt x="1087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1878132" y="1743204"/>
              <a:ext cx="109414" cy="70296"/>
            </a:xfrm>
            <a:custGeom>
              <a:avLst/>
              <a:gdLst/>
              <a:ahLst/>
              <a:cxnLst/>
              <a:rect l="l" t="t" r="r" b="b"/>
              <a:pathLst>
                <a:path w="1516" h="974" extrusionOk="0">
                  <a:moveTo>
                    <a:pt x="427" y="130"/>
                  </a:moveTo>
                  <a:cubicBezTo>
                    <a:pt x="518" y="130"/>
                    <a:pt x="618" y="144"/>
                    <a:pt x="699" y="158"/>
                  </a:cubicBezTo>
                  <a:cubicBezTo>
                    <a:pt x="790" y="188"/>
                    <a:pt x="912" y="249"/>
                    <a:pt x="1003" y="310"/>
                  </a:cubicBezTo>
                  <a:lnTo>
                    <a:pt x="1034" y="310"/>
                  </a:lnTo>
                  <a:cubicBezTo>
                    <a:pt x="1003" y="370"/>
                    <a:pt x="1034" y="431"/>
                    <a:pt x="1094" y="431"/>
                  </a:cubicBezTo>
                  <a:cubicBezTo>
                    <a:pt x="1186" y="553"/>
                    <a:pt x="1246" y="644"/>
                    <a:pt x="1277" y="735"/>
                  </a:cubicBezTo>
                  <a:cubicBezTo>
                    <a:pt x="1246" y="766"/>
                    <a:pt x="1246" y="766"/>
                    <a:pt x="1216" y="796"/>
                  </a:cubicBezTo>
                  <a:cubicBezTo>
                    <a:pt x="1246" y="796"/>
                    <a:pt x="1216" y="796"/>
                    <a:pt x="1186" y="826"/>
                  </a:cubicBezTo>
                  <a:lnTo>
                    <a:pt x="1155" y="826"/>
                  </a:lnTo>
                  <a:cubicBezTo>
                    <a:pt x="1003" y="826"/>
                    <a:pt x="912" y="766"/>
                    <a:pt x="760" y="674"/>
                  </a:cubicBezTo>
                  <a:cubicBezTo>
                    <a:pt x="638" y="583"/>
                    <a:pt x="365" y="431"/>
                    <a:pt x="304" y="401"/>
                  </a:cubicBezTo>
                  <a:cubicBezTo>
                    <a:pt x="213" y="310"/>
                    <a:pt x="182" y="249"/>
                    <a:pt x="182" y="218"/>
                  </a:cubicBezTo>
                  <a:cubicBezTo>
                    <a:pt x="216" y="151"/>
                    <a:pt x="315" y="130"/>
                    <a:pt x="427" y="130"/>
                  </a:cubicBezTo>
                  <a:close/>
                  <a:moveTo>
                    <a:pt x="448" y="0"/>
                  </a:moveTo>
                  <a:cubicBezTo>
                    <a:pt x="410" y="0"/>
                    <a:pt x="372" y="2"/>
                    <a:pt x="334" y="6"/>
                  </a:cubicBezTo>
                  <a:cubicBezTo>
                    <a:pt x="182" y="6"/>
                    <a:pt x="0" y="127"/>
                    <a:pt x="30" y="279"/>
                  </a:cubicBezTo>
                  <a:cubicBezTo>
                    <a:pt x="91" y="462"/>
                    <a:pt x="243" y="553"/>
                    <a:pt x="395" y="614"/>
                  </a:cubicBezTo>
                  <a:cubicBezTo>
                    <a:pt x="578" y="735"/>
                    <a:pt x="760" y="857"/>
                    <a:pt x="973" y="948"/>
                  </a:cubicBezTo>
                  <a:cubicBezTo>
                    <a:pt x="1030" y="965"/>
                    <a:pt x="1082" y="974"/>
                    <a:pt x="1130" y="974"/>
                  </a:cubicBezTo>
                  <a:cubicBezTo>
                    <a:pt x="1412" y="974"/>
                    <a:pt x="1515" y="691"/>
                    <a:pt x="1307" y="431"/>
                  </a:cubicBezTo>
                  <a:cubicBezTo>
                    <a:pt x="1246" y="370"/>
                    <a:pt x="1216" y="340"/>
                    <a:pt x="1186" y="310"/>
                  </a:cubicBezTo>
                  <a:cubicBezTo>
                    <a:pt x="999" y="96"/>
                    <a:pt x="71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235357" y="1596186"/>
              <a:ext cx="120095" cy="249284"/>
            </a:xfrm>
            <a:custGeom>
              <a:avLst/>
              <a:gdLst/>
              <a:ahLst/>
              <a:cxnLst/>
              <a:rect l="l" t="t" r="r" b="b"/>
              <a:pathLst>
                <a:path w="1664" h="3454" extrusionOk="0">
                  <a:moveTo>
                    <a:pt x="1546" y="0"/>
                  </a:moveTo>
                  <a:cubicBezTo>
                    <a:pt x="1537" y="0"/>
                    <a:pt x="1528" y="2"/>
                    <a:pt x="1520" y="6"/>
                  </a:cubicBezTo>
                  <a:cubicBezTo>
                    <a:pt x="942" y="67"/>
                    <a:pt x="456" y="492"/>
                    <a:pt x="243" y="1040"/>
                  </a:cubicBezTo>
                  <a:cubicBezTo>
                    <a:pt x="0" y="1556"/>
                    <a:pt x="61" y="2043"/>
                    <a:pt x="547" y="2407"/>
                  </a:cubicBezTo>
                  <a:cubicBezTo>
                    <a:pt x="638" y="2468"/>
                    <a:pt x="790" y="2559"/>
                    <a:pt x="851" y="2590"/>
                  </a:cubicBezTo>
                  <a:cubicBezTo>
                    <a:pt x="821" y="2651"/>
                    <a:pt x="760" y="2803"/>
                    <a:pt x="760" y="2955"/>
                  </a:cubicBezTo>
                  <a:cubicBezTo>
                    <a:pt x="790" y="3137"/>
                    <a:pt x="851" y="3289"/>
                    <a:pt x="973" y="3410"/>
                  </a:cubicBezTo>
                  <a:cubicBezTo>
                    <a:pt x="994" y="3432"/>
                    <a:pt x="1001" y="3453"/>
                    <a:pt x="1035" y="3453"/>
                  </a:cubicBezTo>
                  <a:cubicBezTo>
                    <a:pt x="1049" y="3453"/>
                    <a:pt x="1068" y="3450"/>
                    <a:pt x="1094" y="3441"/>
                  </a:cubicBezTo>
                  <a:cubicBezTo>
                    <a:pt x="1277" y="3350"/>
                    <a:pt x="1094" y="3228"/>
                    <a:pt x="1064" y="3167"/>
                  </a:cubicBezTo>
                  <a:cubicBezTo>
                    <a:pt x="1064" y="3167"/>
                    <a:pt x="1064" y="3137"/>
                    <a:pt x="1064" y="3137"/>
                  </a:cubicBezTo>
                  <a:cubicBezTo>
                    <a:pt x="1064" y="3137"/>
                    <a:pt x="1064" y="3137"/>
                    <a:pt x="1064" y="3106"/>
                  </a:cubicBezTo>
                  <a:cubicBezTo>
                    <a:pt x="1034" y="3106"/>
                    <a:pt x="1003" y="2955"/>
                    <a:pt x="1003" y="2955"/>
                  </a:cubicBezTo>
                  <a:cubicBezTo>
                    <a:pt x="1003" y="2924"/>
                    <a:pt x="1003" y="2894"/>
                    <a:pt x="1003" y="2863"/>
                  </a:cubicBezTo>
                  <a:cubicBezTo>
                    <a:pt x="1034" y="2681"/>
                    <a:pt x="1064" y="2711"/>
                    <a:pt x="1064" y="2529"/>
                  </a:cubicBezTo>
                  <a:cubicBezTo>
                    <a:pt x="1064" y="2468"/>
                    <a:pt x="973" y="2438"/>
                    <a:pt x="882" y="2407"/>
                  </a:cubicBezTo>
                  <a:cubicBezTo>
                    <a:pt x="699" y="2286"/>
                    <a:pt x="608" y="2195"/>
                    <a:pt x="456" y="2012"/>
                  </a:cubicBezTo>
                  <a:cubicBezTo>
                    <a:pt x="152" y="1617"/>
                    <a:pt x="426" y="827"/>
                    <a:pt x="973" y="401"/>
                  </a:cubicBezTo>
                  <a:cubicBezTo>
                    <a:pt x="1064" y="340"/>
                    <a:pt x="1155" y="280"/>
                    <a:pt x="1246" y="249"/>
                  </a:cubicBezTo>
                  <a:cubicBezTo>
                    <a:pt x="1338" y="189"/>
                    <a:pt x="1520" y="219"/>
                    <a:pt x="1611" y="128"/>
                  </a:cubicBezTo>
                  <a:cubicBezTo>
                    <a:pt x="1664" y="75"/>
                    <a:pt x="1603" y="0"/>
                    <a:pt x="15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261628" y="1159825"/>
              <a:ext cx="1035531" cy="706857"/>
            </a:xfrm>
            <a:custGeom>
              <a:avLst/>
              <a:gdLst/>
              <a:ahLst/>
              <a:cxnLst/>
              <a:rect l="l" t="t" r="r" b="b"/>
              <a:pathLst>
                <a:path w="14348" h="9794" extrusionOk="0">
                  <a:moveTo>
                    <a:pt x="5411" y="1158"/>
                  </a:moveTo>
                  <a:lnTo>
                    <a:pt x="5411" y="1158"/>
                  </a:lnTo>
                  <a:cubicBezTo>
                    <a:pt x="5563" y="1493"/>
                    <a:pt x="5563" y="1858"/>
                    <a:pt x="5381" y="2192"/>
                  </a:cubicBezTo>
                  <a:cubicBezTo>
                    <a:pt x="5257" y="2371"/>
                    <a:pt x="5164" y="2469"/>
                    <a:pt x="5103" y="2469"/>
                  </a:cubicBezTo>
                  <a:cubicBezTo>
                    <a:pt x="5028" y="2469"/>
                    <a:pt x="5000" y="2326"/>
                    <a:pt x="5016" y="2010"/>
                  </a:cubicBezTo>
                  <a:cubicBezTo>
                    <a:pt x="5016" y="1675"/>
                    <a:pt x="5168" y="1371"/>
                    <a:pt x="5411" y="1158"/>
                  </a:cubicBezTo>
                  <a:close/>
                  <a:moveTo>
                    <a:pt x="11399" y="1888"/>
                  </a:moveTo>
                  <a:lnTo>
                    <a:pt x="11399" y="1888"/>
                  </a:lnTo>
                  <a:cubicBezTo>
                    <a:pt x="11460" y="2131"/>
                    <a:pt x="11399" y="2374"/>
                    <a:pt x="11156" y="2648"/>
                  </a:cubicBezTo>
                  <a:cubicBezTo>
                    <a:pt x="10970" y="2849"/>
                    <a:pt x="10698" y="2956"/>
                    <a:pt x="10491" y="2956"/>
                  </a:cubicBezTo>
                  <a:cubicBezTo>
                    <a:pt x="10292" y="2956"/>
                    <a:pt x="10154" y="2857"/>
                    <a:pt x="10214" y="2648"/>
                  </a:cubicBezTo>
                  <a:cubicBezTo>
                    <a:pt x="10366" y="2222"/>
                    <a:pt x="10883" y="1949"/>
                    <a:pt x="11399" y="1888"/>
                  </a:cubicBezTo>
                  <a:close/>
                  <a:moveTo>
                    <a:pt x="12742" y="2960"/>
                  </a:moveTo>
                  <a:cubicBezTo>
                    <a:pt x="12831" y="2960"/>
                    <a:pt x="12922" y="2967"/>
                    <a:pt x="13010" y="2982"/>
                  </a:cubicBezTo>
                  <a:cubicBezTo>
                    <a:pt x="13041" y="3195"/>
                    <a:pt x="13010" y="3377"/>
                    <a:pt x="12919" y="3590"/>
                  </a:cubicBezTo>
                  <a:cubicBezTo>
                    <a:pt x="12720" y="3875"/>
                    <a:pt x="12361" y="4079"/>
                    <a:pt x="11992" y="4079"/>
                  </a:cubicBezTo>
                  <a:cubicBezTo>
                    <a:pt x="11966" y="4079"/>
                    <a:pt x="11941" y="4078"/>
                    <a:pt x="11916" y="4076"/>
                  </a:cubicBezTo>
                  <a:cubicBezTo>
                    <a:pt x="11369" y="4046"/>
                    <a:pt x="11703" y="3377"/>
                    <a:pt x="12007" y="3195"/>
                  </a:cubicBezTo>
                  <a:cubicBezTo>
                    <a:pt x="12191" y="3034"/>
                    <a:pt x="12463" y="2960"/>
                    <a:pt x="12742" y="2960"/>
                  </a:cubicBezTo>
                  <a:close/>
                  <a:moveTo>
                    <a:pt x="6368" y="4315"/>
                  </a:moveTo>
                  <a:cubicBezTo>
                    <a:pt x="6509" y="4315"/>
                    <a:pt x="6663" y="4446"/>
                    <a:pt x="6718" y="4776"/>
                  </a:cubicBezTo>
                  <a:cubicBezTo>
                    <a:pt x="6749" y="5049"/>
                    <a:pt x="6658" y="5383"/>
                    <a:pt x="6506" y="5718"/>
                  </a:cubicBezTo>
                  <a:cubicBezTo>
                    <a:pt x="6384" y="5627"/>
                    <a:pt x="6262" y="5535"/>
                    <a:pt x="6171" y="5383"/>
                  </a:cubicBezTo>
                  <a:cubicBezTo>
                    <a:pt x="6080" y="5201"/>
                    <a:pt x="6019" y="4988"/>
                    <a:pt x="6080" y="4745"/>
                  </a:cubicBezTo>
                  <a:cubicBezTo>
                    <a:pt x="6141" y="4502"/>
                    <a:pt x="6232" y="4320"/>
                    <a:pt x="6323" y="4320"/>
                  </a:cubicBezTo>
                  <a:cubicBezTo>
                    <a:pt x="6338" y="4317"/>
                    <a:pt x="6353" y="4315"/>
                    <a:pt x="6368" y="4315"/>
                  </a:cubicBezTo>
                  <a:close/>
                  <a:moveTo>
                    <a:pt x="4391" y="4683"/>
                  </a:moveTo>
                  <a:cubicBezTo>
                    <a:pt x="4397" y="4683"/>
                    <a:pt x="4403" y="4684"/>
                    <a:pt x="4408" y="4684"/>
                  </a:cubicBezTo>
                  <a:cubicBezTo>
                    <a:pt x="4712" y="4715"/>
                    <a:pt x="4651" y="5383"/>
                    <a:pt x="4469" y="5961"/>
                  </a:cubicBezTo>
                  <a:cubicBezTo>
                    <a:pt x="4439" y="6052"/>
                    <a:pt x="4378" y="6143"/>
                    <a:pt x="4347" y="6235"/>
                  </a:cubicBezTo>
                  <a:cubicBezTo>
                    <a:pt x="4135" y="6052"/>
                    <a:pt x="4013" y="5779"/>
                    <a:pt x="4013" y="5475"/>
                  </a:cubicBezTo>
                  <a:cubicBezTo>
                    <a:pt x="4013" y="5208"/>
                    <a:pt x="4186" y="4683"/>
                    <a:pt x="4391" y="4683"/>
                  </a:cubicBezTo>
                  <a:close/>
                  <a:moveTo>
                    <a:pt x="4008" y="1"/>
                  </a:moveTo>
                  <a:cubicBezTo>
                    <a:pt x="3904" y="1"/>
                    <a:pt x="3802" y="11"/>
                    <a:pt x="3709" y="34"/>
                  </a:cubicBezTo>
                  <a:cubicBezTo>
                    <a:pt x="3192" y="186"/>
                    <a:pt x="2797" y="520"/>
                    <a:pt x="2463" y="915"/>
                  </a:cubicBezTo>
                  <a:cubicBezTo>
                    <a:pt x="2068" y="1310"/>
                    <a:pt x="1885" y="1888"/>
                    <a:pt x="1946" y="2435"/>
                  </a:cubicBezTo>
                  <a:lnTo>
                    <a:pt x="1764" y="2435"/>
                  </a:lnTo>
                  <a:cubicBezTo>
                    <a:pt x="943" y="2435"/>
                    <a:pt x="396" y="3165"/>
                    <a:pt x="153" y="3864"/>
                  </a:cubicBezTo>
                  <a:cubicBezTo>
                    <a:pt x="1" y="4350"/>
                    <a:pt x="62" y="4867"/>
                    <a:pt x="335" y="5292"/>
                  </a:cubicBezTo>
                  <a:cubicBezTo>
                    <a:pt x="518" y="5566"/>
                    <a:pt x="761" y="5839"/>
                    <a:pt x="1034" y="5961"/>
                  </a:cubicBezTo>
                  <a:cubicBezTo>
                    <a:pt x="1044" y="5964"/>
                    <a:pt x="1054" y="5966"/>
                    <a:pt x="1062" y="5966"/>
                  </a:cubicBezTo>
                  <a:cubicBezTo>
                    <a:pt x="1131" y="5966"/>
                    <a:pt x="1149" y="5866"/>
                    <a:pt x="1095" y="5839"/>
                  </a:cubicBezTo>
                  <a:cubicBezTo>
                    <a:pt x="457" y="5444"/>
                    <a:pt x="122" y="4684"/>
                    <a:pt x="305" y="4046"/>
                  </a:cubicBezTo>
                  <a:cubicBezTo>
                    <a:pt x="514" y="3289"/>
                    <a:pt x="1082" y="2689"/>
                    <a:pt x="1758" y="2689"/>
                  </a:cubicBezTo>
                  <a:cubicBezTo>
                    <a:pt x="1869" y="2689"/>
                    <a:pt x="1983" y="2705"/>
                    <a:pt x="2098" y="2739"/>
                  </a:cubicBezTo>
                  <a:cubicBezTo>
                    <a:pt x="2120" y="2744"/>
                    <a:pt x="2140" y="2747"/>
                    <a:pt x="2160" y="2747"/>
                  </a:cubicBezTo>
                  <a:cubicBezTo>
                    <a:pt x="2249" y="2747"/>
                    <a:pt x="2311" y="2692"/>
                    <a:pt x="2311" y="2617"/>
                  </a:cubicBezTo>
                  <a:cubicBezTo>
                    <a:pt x="2281" y="2465"/>
                    <a:pt x="2220" y="2496"/>
                    <a:pt x="2220" y="2405"/>
                  </a:cubicBezTo>
                  <a:cubicBezTo>
                    <a:pt x="2189" y="2253"/>
                    <a:pt x="2250" y="1675"/>
                    <a:pt x="2341" y="1554"/>
                  </a:cubicBezTo>
                  <a:cubicBezTo>
                    <a:pt x="2585" y="1067"/>
                    <a:pt x="2980" y="672"/>
                    <a:pt x="3436" y="399"/>
                  </a:cubicBezTo>
                  <a:cubicBezTo>
                    <a:pt x="3650" y="286"/>
                    <a:pt x="3857" y="231"/>
                    <a:pt x="4055" y="231"/>
                  </a:cubicBezTo>
                  <a:cubicBezTo>
                    <a:pt x="4389" y="231"/>
                    <a:pt x="4699" y="386"/>
                    <a:pt x="4986" y="672"/>
                  </a:cubicBezTo>
                  <a:cubicBezTo>
                    <a:pt x="5107" y="763"/>
                    <a:pt x="5199" y="855"/>
                    <a:pt x="5259" y="946"/>
                  </a:cubicBezTo>
                  <a:cubicBezTo>
                    <a:pt x="4955" y="1250"/>
                    <a:pt x="4743" y="1645"/>
                    <a:pt x="4743" y="2070"/>
                  </a:cubicBezTo>
                  <a:cubicBezTo>
                    <a:pt x="4743" y="2283"/>
                    <a:pt x="4743" y="2526"/>
                    <a:pt x="4925" y="2648"/>
                  </a:cubicBezTo>
                  <a:cubicBezTo>
                    <a:pt x="4990" y="2687"/>
                    <a:pt x="5053" y="2703"/>
                    <a:pt x="5114" y="2703"/>
                  </a:cubicBezTo>
                  <a:cubicBezTo>
                    <a:pt x="5339" y="2703"/>
                    <a:pt x="5528" y="2474"/>
                    <a:pt x="5624" y="2283"/>
                  </a:cubicBezTo>
                  <a:cubicBezTo>
                    <a:pt x="5837" y="1858"/>
                    <a:pt x="5837" y="1371"/>
                    <a:pt x="5624" y="976"/>
                  </a:cubicBezTo>
                  <a:cubicBezTo>
                    <a:pt x="6043" y="668"/>
                    <a:pt x="6606" y="495"/>
                    <a:pt x="7104" y="495"/>
                  </a:cubicBezTo>
                  <a:cubicBezTo>
                    <a:pt x="7835" y="495"/>
                    <a:pt x="8425" y="868"/>
                    <a:pt x="8208" y="1736"/>
                  </a:cubicBezTo>
                  <a:cubicBezTo>
                    <a:pt x="8208" y="1766"/>
                    <a:pt x="8208" y="1797"/>
                    <a:pt x="8208" y="1797"/>
                  </a:cubicBezTo>
                  <a:cubicBezTo>
                    <a:pt x="8177" y="1858"/>
                    <a:pt x="8147" y="1918"/>
                    <a:pt x="8147" y="1979"/>
                  </a:cubicBezTo>
                  <a:cubicBezTo>
                    <a:pt x="8167" y="2039"/>
                    <a:pt x="8238" y="2085"/>
                    <a:pt x="8302" y="2085"/>
                  </a:cubicBezTo>
                  <a:cubicBezTo>
                    <a:pt x="8337" y="2085"/>
                    <a:pt x="8369" y="2072"/>
                    <a:pt x="8390" y="2040"/>
                  </a:cubicBezTo>
                  <a:cubicBezTo>
                    <a:pt x="8421" y="2010"/>
                    <a:pt x="8451" y="1979"/>
                    <a:pt x="8451" y="1949"/>
                  </a:cubicBezTo>
                  <a:cubicBezTo>
                    <a:pt x="8512" y="1888"/>
                    <a:pt x="8512" y="1888"/>
                    <a:pt x="8572" y="1797"/>
                  </a:cubicBezTo>
                  <a:cubicBezTo>
                    <a:pt x="8986" y="1328"/>
                    <a:pt x="9375" y="1059"/>
                    <a:pt x="9967" y="1059"/>
                  </a:cubicBezTo>
                  <a:cubicBezTo>
                    <a:pt x="10027" y="1059"/>
                    <a:pt x="10089" y="1062"/>
                    <a:pt x="10153" y="1067"/>
                  </a:cubicBezTo>
                  <a:cubicBezTo>
                    <a:pt x="10670" y="1098"/>
                    <a:pt x="11156" y="1341"/>
                    <a:pt x="11339" y="1706"/>
                  </a:cubicBezTo>
                  <a:cubicBezTo>
                    <a:pt x="11065" y="1736"/>
                    <a:pt x="10761" y="1827"/>
                    <a:pt x="10548" y="1979"/>
                  </a:cubicBezTo>
                  <a:cubicBezTo>
                    <a:pt x="10275" y="2162"/>
                    <a:pt x="10001" y="2405"/>
                    <a:pt x="10001" y="2739"/>
                  </a:cubicBezTo>
                  <a:cubicBezTo>
                    <a:pt x="9977" y="3052"/>
                    <a:pt x="10258" y="3193"/>
                    <a:pt x="10527" y="3193"/>
                  </a:cubicBezTo>
                  <a:cubicBezTo>
                    <a:pt x="10598" y="3193"/>
                    <a:pt x="10667" y="3184"/>
                    <a:pt x="10731" y="3165"/>
                  </a:cubicBezTo>
                  <a:cubicBezTo>
                    <a:pt x="11278" y="2982"/>
                    <a:pt x="11734" y="2435"/>
                    <a:pt x="11673" y="1888"/>
                  </a:cubicBezTo>
                  <a:cubicBezTo>
                    <a:pt x="11977" y="1888"/>
                    <a:pt x="12281" y="1979"/>
                    <a:pt x="12494" y="2162"/>
                  </a:cubicBezTo>
                  <a:cubicBezTo>
                    <a:pt x="12706" y="2344"/>
                    <a:pt x="12858" y="2557"/>
                    <a:pt x="12949" y="2800"/>
                  </a:cubicBezTo>
                  <a:cubicBezTo>
                    <a:pt x="12868" y="2785"/>
                    <a:pt x="12787" y="2777"/>
                    <a:pt x="12707" y="2777"/>
                  </a:cubicBezTo>
                  <a:cubicBezTo>
                    <a:pt x="12455" y="2777"/>
                    <a:pt x="12207" y="2851"/>
                    <a:pt x="11977" y="3013"/>
                  </a:cubicBezTo>
                  <a:cubicBezTo>
                    <a:pt x="11642" y="3225"/>
                    <a:pt x="11247" y="3772"/>
                    <a:pt x="11612" y="4137"/>
                  </a:cubicBezTo>
                  <a:cubicBezTo>
                    <a:pt x="11713" y="4218"/>
                    <a:pt x="11842" y="4232"/>
                    <a:pt x="11970" y="4232"/>
                  </a:cubicBezTo>
                  <a:cubicBezTo>
                    <a:pt x="12034" y="4232"/>
                    <a:pt x="12098" y="4228"/>
                    <a:pt x="12159" y="4228"/>
                  </a:cubicBezTo>
                  <a:cubicBezTo>
                    <a:pt x="12494" y="4198"/>
                    <a:pt x="12798" y="4016"/>
                    <a:pt x="13010" y="3742"/>
                  </a:cubicBezTo>
                  <a:cubicBezTo>
                    <a:pt x="13162" y="3560"/>
                    <a:pt x="13223" y="3286"/>
                    <a:pt x="13193" y="3043"/>
                  </a:cubicBezTo>
                  <a:lnTo>
                    <a:pt x="13193" y="3043"/>
                  </a:lnTo>
                  <a:cubicBezTo>
                    <a:pt x="13709" y="3225"/>
                    <a:pt x="14044" y="3620"/>
                    <a:pt x="13801" y="4198"/>
                  </a:cubicBezTo>
                  <a:cubicBezTo>
                    <a:pt x="13770" y="4380"/>
                    <a:pt x="13557" y="4593"/>
                    <a:pt x="13466" y="4624"/>
                  </a:cubicBezTo>
                  <a:cubicBezTo>
                    <a:pt x="13436" y="4624"/>
                    <a:pt x="13436" y="4624"/>
                    <a:pt x="13405" y="4654"/>
                  </a:cubicBezTo>
                  <a:cubicBezTo>
                    <a:pt x="13405" y="4624"/>
                    <a:pt x="13375" y="4593"/>
                    <a:pt x="13375" y="4593"/>
                  </a:cubicBezTo>
                  <a:cubicBezTo>
                    <a:pt x="13343" y="4561"/>
                    <a:pt x="13308" y="4548"/>
                    <a:pt x="13274" y="4548"/>
                  </a:cubicBezTo>
                  <a:cubicBezTo>
                    <a:pt x="13210" y="4548"/>
                    <a:pt x="13152" y="4595"/>
                    <a:pt x="13132" y="4654"/>
                  </a:cubicBezTo>
                  <a:cubicBezTo>
                    <a:pt x="13132" y="4776"/>
                    <a:pt x="13162" y="4745"/>
                    <a:pt x="13162" y="4806"/>
                  </a:cubicBezTo>
                  <a:cubicBezTo>
                    <a:pt x="13253" y="5201"/>
                    <a:pt x="12646" y="5931"/>
                    <a:pt x="12068" y="6113"/>
                  </a:cubicBezTo>
                  <a:cubicBezTo>
                    <a:pt x="11985" y="6141"/>
                    <a:pt x="11901" y="6154"/>
                    <a:pt x="11820" y="6154"/>
                  </a:cubicBezTo>
                  <a:cubicBezTo>
                    <a:pt x="11363" y="6154"/>
                    <a:pt x="10951" y="5751"/>
                    <a:pt x="10822" y="5262"/>
                  </a:cubicBezTo>
                  <a:cubicBezTo>
                    <a:pt x="10822" y="5194"/>
                    <a:pt x="10747" y="5127"/>
                    <a:pt x="10675" y="5127"/>
                  </a:cubicBezTo>
                  <a:cubicBezTo>
                    <a:pt x="10617" y="5127"/>
                    <a:pt x="10562" y="5170"/>
                    <a:pt x="10548" y="5292"/>
                  </a:cubicBezTo>
                  <a:cubicBezTo>
                    <a:pt x="10408" y="5734"/>
                    <a:pt x="10095" y="5977"/>
                    <a:pt x="9723" y="5977"/>
                  </a:cubicBezTo>
                  <a:cubicBezTo>
                    <a:pt x="9532" y="5977"/>
                    <a:pt x="9326" y="5913"/>
                    <a:pt x="9120" y="5779"/>
                  </a:cubicBezTo>
                  <a:cubicBezTo>
                    <a:pt x="8907" y="5627"/>
                    <a:pt x="8664" y="5383"/>
                    <a:pt x="8572" y="5171"/>
                  </a:cubicBezTo>
                  <a:cubicBezTo>
                    <a:pt x="8542" y="5110"/>
                    <a:pt x="8633" y="4867"/>
                    <a:pt x="8421" y="4867"/>
                  </a:cubicBezTo>
                  <a:cubicBezTo>
                    <a:pt x="8360" y="4867"/>
                    <a:pt x="8299" y="4928"/>
                    <a:pt x="8299" y="4958"/>
                  </a:cubicBezTo>
                  <a:cubicBezTo>
                    <a:pt x="8269" y="5110"/>
                    <a:pt x="8269" y="5079"/>
                    <a:pt x="8238" y="5171"/>
                  </a:cubicBezTo>
                  <a:cubicBezTo>
                    <a:pt x="8177" y="5383"/>
                    <a:pt x="7965" y="5687"/>
                    <a:pt x="7752" y="5809"/>
                  </a:cubicBezTo>
                  <a:cubicBezTo>
                    <a:pt x="7558" y="5922"/>
                    <a:pt x="7373" y="5992"/>
                    <a:pt x="7183" y="5992"/>
                  </a:cubicBezTo>
                  <a:cubicBezTo>
                    <a:pt x="7015" y="5992"/>
                    <a:pt x="6843" y="5937"/>
                    <a:pt x="6658" y="5809"/>
                  </a:cubicBezTo>
                  <a:cubicBezTo>
                    <a:pt x="6870" y="5444"/>
                    <a:pt x="6992" y="4988"/>
                    <a:pt x="6901" y="4563"/>
                  </a:cubicBezTo>
                  <a:cubicBezTo>
                    <a:pt x="6840" y="4380"/>
                    <a:pt x="6749" y="4168"/>
                    <a:pt x="6566" y="4107"/>
                  </a:cubicBezTo>
                  <a:cubicBezTo>
                    <a:pt x="6493" y="4074"/>
                    <a:pt x="6427" y="4060"/>
                    <a:pt x="6367" y="4060"/>
                  </a:cubicBezTo>
                  <a:cubicBezTo>
                    <a:pt x="5974" y="4060"/>
                    <a:pt x="5841" y="4676"/>
                    <a:pt x="5867" y="5019"/>
                  </a:cubicBezTo>
                  <a:cubicBezTo>
                    <a:pt x="5898" y="5353"/>
                    <a:pt x="6019" y="5566"/>
                    <a:pt x="6354" y="5809"/>
                  </a:cubicBezTo>
                  <a:cubicBezTo>
                    <a:pt x="6354" y="5839"/>
                    <a:pt x="6384" y="5839"/>
                    <a:pt x="6414" y="5870"/>
                  </a:cubicBezTo>
                  <a:cubicBezTo>
                    <a:pt x="6354" y="5931"/>
                    <a:pt x="6323" y="6022"/>
                    <a:pt x="6262" y="6083"/>
                  </a:cubicBezTo>
                  <a:cubicBezTo>
                    <a:pt x="6080" y="6356"/>
                    <a:pt x="5624" y="6569"/>
                    <a:pt x="5290" y="6569"/>
                  </a:cubicBezTo>
                  <a:cubicBezTo>
                    <a:pt x="4986" y="6569"/>
                    <a:pt x="4743" y="6508"/>
                    <a:pt x="4530" y="6356"/>
                  </a:cubicBezTo>
                  <a:cubicBezTo>
                    <a:pt x="4530" y="6326"/>
                    <a:pt x="4560" y="6295"/>
                    <a:pt x="4560" y="6265"/>
                  </a:cubicBezTo>
                  <a:cubicBezTo>
                    <a:pt x="4828" y="5760"/>
                    <a:pt x="5124" y="4470"/>
                    <a:pt x="4370" y="4470"/>
                  </a:cubicBezTo>
                  <a:cubicBezTo>
                    <a:pt x="4353" y="4470"/>
                    <a:pt x="4335" y="4470"/>
                    <a:pt x="4317" y="4472"/>
                  </a:cubicBezTo>
                  <a:cubicBezTo>
                    <a:pt x="4044" y="4563"/>
                    <a:pt x="3952" y="4867"/>
                    <a:pt x="3892" y="5110"/>
                  </a:cubicBezTo>
                  <a:cubicBezTo>
                    <a:pt x="3740" y="5566"/>
                    <a:pt x="3922" y="6052"/>
                    <a:pt x="4256" y="6356"/>
                  </a:cubicBezTo>
                  <a:cubicBezTo>
                    <a:pt x="4044" y="6630"/>
                    <a:pt x="3740" y="6873"/>
                    <a:pt x="3405" y="6934"/>
                  </a:cubicBezTo>
                  <a:lnTo>
                    <a:pt x="3375" y="6934"/>
                  </a:lnTo>
                  <a:cubicBezTo>
                    <a:pt x="3314" y="6934"/>
                    <a:pt x="3314" y="6934"/>
                    <a:pt x="3192" y="6903"/>
                  </a:cubicBezTo>
                  <a:cubicBezTo>
                    <a:pt x="3071" y="6812"/>
                    <a:pt x="3040" y="6782"/>
                    <a:pt x="2949" y="6690"/>
                  </a:cubicBezTo>
                  <a:cubicBezTo>
                    <a:pt x="2889" y="6630"/>
                    <a:pt x="2828" y="6569"/>
                    <a:pt x="2828" y="6508"/>
                  </a:cubicBezTo>
                  <a:cubicBezTo>
                    <a:pt x="2797" y="6417"/>
                    <a:pt x="2797" y="6356"/>
                    <a:pt x="2737" y="6295"/>
                  </a:cubicBezTo>
                  <a:cubicBezTo>
                    <a:pt x="2722" y="6281"/>
                    <a:pt x="2705" y="6275"/>
                    <a:pt x="2687" y="6275"/>
                  </a:cubicBezTo>
                  <a:cubicBezTo>
                    <a:pt x="2627" y="6275"/>
                    <a:pt x="2561" y="6340"/>
                    <a:pt x="2585" y="6386"/>
                  </a:cubicBezTo>
                  <a:cubicBezTo>
                    <a:pt x="2645" y="6569"/>
                    <a:pt x="2554" y="6812"/>
                    <a:pt x="2493" y="7116"/>
                  </a:cubicBezTo>
                  <a:cubicBezTo>
                    <a:pt x="2341" y="7785"/>
                    <a:pt x="2098" y="8423"/>
                    <a:pt x="1825" y="9001"/>
                  </a:cubicBezTo>
                  <a:cubicBezTo>
                    <a:pt x="1703" y="9244"/>
                    <a:pt x="1521" y="9487"/>
                    <a:pt x="1399" y="9730"/>
                  </a:cubicBezTo>
                  <a:cubicBezTo>
                    <a:pt x="1399" y="9768"/>
                    <a:pt x="1434" y="9794"/>
                    <a:pt x="1468" y="9794"/>
                  </a:cubicBezTo>
                  <a:cubicBezTo>
                    <a:pt x="1489" y="9794"/>
                    <a:pt x="1509" y="9784"/>
                    <a:pt x="1521" y="9760"/>
                  </a:cubicBezTo>
                  <a:cubicBezTo>
                    <a:pt x="1855" y="9274"/>
                    <a:pt x="2159" y="8757"/>
                    <a:pt x="2341" y="8180"/>
                  </a:cubicBezTo>
                  <a:cubicBezTo>
                    <a:pt x="2524" y="7724"/>
                    <a:pt x="2676" y="7238"/>
                    <a:pt x="2737" y="6751"/>
                  </a:cubicBezTo>
                  <a:cubicBezTo>
                    <a:pt x="2858" y="6903"/>
                    <a:pt x="3040" y="7025"/>
                    <a:pt x="3223" y="7086"/>
                  </a:cubicBezTo>
                  <a:cubicBezTo>
                    <a:pt x="3278" y="7113"/>
                    <a:pt x="3334" y="7124"/>
                    <a:pt x="3388" y="7124"/>
                  </a:cubicBezTo>
                  <a:cubicBezTo>
                    <a:pt x="3513" y="7124"/>
                    <a:pt x="3634" y="7067"/>
                    <a:pt x="3740" y="7025"/>
                  </a:cubicBezTo>
                  <a:cubicBezTo>
                    <a:pt x="4013" y="6903"/>
                    <a:pt x="4256" y="6721"/>
                    <a:pt x="4408" y="6508"/>
                  </a:cubicBezTo>
                  <a:cubicBezTo>
                    <a:pt x="4439" y="6508"/>
                    <a:pt x="4439" y="6538"/>
                    <a:pt x="4469" y="6538"/>
                  </a:cubicBezTo>
                  <a:cubicBezTo>
                    <a:pt x="4706" y="6674"/>
                    <a:pt x="4976" y="6742"/>
                    <a:pt x="5245" y="6742"/>
                  </a:cubicBezTo>
                  <a:cubicBezTo>
                    <a:pt x="5702" y="6742"/>
                    <a:pt x="6158" y="6545"/>
                    <a:pt x="6445" y="6143"/>
                  </a:cubicBezTo>
                  <a:cubicBezTo>
                    <a:pt x="6475" y="6083"/>
                    <a:pt x="6506" y="6022"/>
                    <a:pt x="6536" y="5991"/>
                  </a:cubicBezTo>
                  <a:cubicBezTo>
                    <a:pt x="6753" y="6118"/>
                    <a:pt x="6980" y="6191"/>
                    <a:pt x="7206" y="6191"/>
                  </a:cubicBezTo>
                  <a:cubicBezTo>
                    <a:pt x="7360" y="6191"/>
                    <a:pt x="7513" y="6157"/>
                    <a:pt x="7661" y="6083"/>
                  </a:cubicBezTo>
                  <a:cubicBezTo>
                    <a:pt x="7965" y="5961"/>
                    <a:pt x="8238" y="5657"/>
                    <a:pt x="8390" y="5383"/>
                  </a:cubicBezTo>
                  <a:cubicBezTo>
                    <a:pt x="8481" y="5505"/>
                    <a:pt x="8572" y="5627"/>
                    <a:pt x="8664" y="5748"/>
                  </a:cubicBezTo>
                  <a:cubicBezTo>
                    <a:pt x="9006" y="6076"/>
                    <a:pt x="9374" y="6237"/>
                    <a:pt x="9713" y="6237"/>
                  </a:cubicBezTo>
                  <a:cubicBezTo>
                    <a:pt x="10098" y="6237"/>
                    <a:pt x="10444" y="6030"/>
                    <a:pt x="10670" y="5627"/>
                  </a:cubicBezTo>
                  <a:cubicBezTo>
                    <a:pt x="10883" y="6083"/>
                    <a:pt x="11308" y="6417"/>
                    <a:pt x="11794" y="6417"/>
                  </a:cubicBezTo>
                  <a:cubicBezTo>
                    <a:pt x="12159" y="6417"/>
                    <a:pt x="12494" y="6235"/>
                    <a:pt x="12767" y="5991"/>
                  </a:cubicBezTo>
                  <a:cubicBezTo>
                    <a:pt x="13010" y="5809"/>
                    <a:pt x="13253" y="5596"/>
                    <a:pt x="13375" y="5292"/>
                  </a:cubicBezTo>
                  <a:cubicBezTo>
                    <a:pt x="13436" y="5171"/>
                    <a:pt x="13466" y="4988"/>
                    <a:pt x="13466" y="4836"/>
                  </a:cubicBezTo>
                  <a:cubicBezTo>
                    <a:pt x="13649" y="4776"/>
                    <a:pt x="13801" y="4624"/>
                    <a:pt x="13892" y="4472"/>
                  </a:cubicBezTo>
                  <a:cubicBezTo>
                    <a:pt x="14348" y="3712"/>
                    <a:pt x="13861" y="3043"/>
                    <a:pt x="13162" y="2861"/>
                  </a:cubicBezTo>
                  <a:lnTo>
                    <a:pt x="13162" y="2830"/>
                  </a:lnTo>
                  <a:cubicBezTo>
                    <a:pt x="13010" y="2070"/>
                    <a:pt x="12311" y="1706"/>
                    <a:pt x="11612" y="1675"/>
                  </a:cubicBezTo>
                  <a:cubicBezTo>
                    <a:pt x="11551" y="1584"/>
                    <a:pt x="11490" y="1462"/>
                    <a:pt x="11369" y="1371"/>
                  </a:cubicBezTo>
                  <a:cubicBezTo>
                    <a:pt x="10980" y="982"/>
                    <a:pt x="10435" y="827"/>
                    <a:pt x="9906" y="827"/>
                  </a:cubicBezTo>
                  <a:cubicBezTo>
                    <a:pt x="9774" y="827"/>
                    <a:pt x="9642" y="836"/>
                    <a:pt x="9515" y="855"/>
                  </a:cubicBezTo>
                  <a:cubicBezTo>
                    <a:pt x="9120" y="946"/>
                    <a:pt x="8785" y="1158"/>
                    <a:pt x="8512" y="1432"/>
                  </a:cubicBezTo>
                  <a:cubicBezTo>
                    <a:pt x="8530" y="600"/>
                    <a:pt x="7838" y="274"/>
                    <a:pt x="7083" y="274"/>
                  </a:cubicBezTo>
                  <a:cubicBezTo>
                    <a:pt x="6568" y="274"/>
                    <a:pt x="6024" y="426"/>
                    <a:pt x="5655" y="672"/>
                  </a:cubicBezTo>
                  <a:cubicBezTo>
                    <a:pt x="5594" y="703"/>
                    <a:pt x="5533" y="733"/>
                    <a:pt x="5472" y="794"/>
                  </a:cubicBezTo>
                  <a:cubicBezTo>
                    <a:pt x="5472" y="763"/>
                    <a:pt x="5442" y="763"/>
                    <a:pt x="5442" y="733"/>
                  </a:cubicBezTo>
                  <a:cubicBezTo>
                    <a:pt x="5168" y="459"/>
                    <a:pt x="4864" y="216"/>
                    <a:pt x="4499" y="64"/>
                  </a:cubicBezTo>
                  <a:cubicBezTo>
                    <a:pt x="4349" y="27"/>
                    <a:pt x="4176" y="1"/>
                    <a:pt x="400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207642" y="1626138"/>
              <a:ext cx="995187" cy="880144"/>
            </a:xfrm>
            <a:custGeom>
              <a:avLst/>
              <a:gdLst/>
              <a:ahLst/>
              <a:cxnLst/>
              <a:rect l="l" t="t" r="r" b="b"/>
              <a:pathLst>
                <a:path w="13789" h="12195" extrusionOk="0">
                  <a:moveTo>
                    <a:pt x="12564" y="1"/>
                  </a:moveTo>
                  <a:cubicBezTo>
                    <a:pt x="12454" y="1"/>
                    <a:pt x="12341" y="105"/>
                    <a:pt x="12390" y="229"/>
                  </a:cubicBezTo>
                  <a:cubicBezTo>
                    <a:pt x="12390" y="351"/>
                    <a:pt x="12421" y="625"/>
                    <a:pt x="12451" y="685"/>
                  </a:cubicBezTo>
                  <a:cubicBezTo>
                    <a:pt x="12512" y="1081"/>
                    <a:pt x="12542" y="1445"/>
                    <a:pt x="12573" y="2023"/>
                  </a:cubicBezTo>
                  <a:cubicBezTo>
                    <a:pt x="12603" y="3451"/>
                    <a:pt x="12330" y="4789"/>
                    <a:pt x="11661" y="6005"/>
                  </a:cubicBezTo>
                  <a:cubicBezTo>
                    <a:pt x="10962" y="7281"/>
                    <a:pt x="9594" y="7980"/>
                    <a:pt x="8074" y="8223"/>
                  </a:cubicBezTo>
                  <a:cubicBezTo>
                    <a:pt x="7734" y="8288"/>
                    <a:pt x="7387" y="8321"/>
                    <a:pt x="7040" y="8321"/>
                  </a:cubicBezTo>
                  <a:cubicBezTo>
                    <a:pt x="6085" y="8321"/>
                    <a:pt x="5130" y="8076"/>
                    <a:pt x="4305" y="7585"/>
                  </a:cubicBezTo>
                  <a:cubicBezTo>
                    <a:pt x="3971" y="7433"/>
                    <a:pt x="3576" y="7190"/>
                    <a:pt x="3333" y="7038"/>
                  </a:cubicBezTo>
                  <a:cubicBezTo>
                    <a:pt x="3029" y="6765"/>
                    <a:pt x="2664" y="6339"/>
                    <a:pt x="2451" y="6096"/>
                  </a:cubicBezTo>
                  <a:cubicBezTo>
                    <a:pt x="2299" y="5913"/>
                    <a:pt x="2208" y="5670"/>
                    <a:pt x="2117" y="5488"/>
                  </a:cubicBezTo>
                  <a:cubicBezTo>
                    <a:pt x="2117" y="5407"/>
                    <a:pt x="2063" y="5366"/>
                    <a:pt x="2000" y="5366"/>
                  </a:cubicBezTo>
                  <a:cubicBezTo>
                    <a:pt x="1968" y="5366"/>
                    <a:pt x="1934" y="5376"/>
                    <a:pt x="1904" y="5397"/>
                  </a:cubicBezTo>
                  <a:cubicBezTo>
                    <a:pt x="1782" y="5457"/>
                    <a:pt x="1782" y="5457"/>
                    <a:pt x="1661" y="5518"/>
                  </a:cubicBezTo>
                  <a:cubicBezTo>
                    <a:pt x="1573" y="5531"/>
                    <a:pt x="1469" y="5538"/>
                    <a:pt x="1362" y="5538"/>
                  </a:cubicBezTo>
                  <a:cubicBezTo>
                    <a:pt x="1212" y="5538"/>
                    <a:pt x="1056" y="5523"/>
                    <a:pt x="931" y="5488"/>
                  </a:cubicBezTo>
                  <a:cubicBezTo>
                    <a:pt x="840" y="5488"/>
                    <a:pt x="658" y="5366"/>
                    <a:pt x="567" y="5306"/>
                  </a:cubicBezTo>
                  <a:cubicBezTo>
                    <a:pt x="475" y="5184"/>
                    <a:pt x="384" y="4880"/>
                    <a:pt x="354" y="4698"/>
                  </a:cubicBezTo>
                  <a:cubicBezTo>
                    <a:pt x="354" y="4546"/>
                    <a:pt x="445" y="4120"/>
                    <a:pt x="536" y="3938"/>
                  </a:cubicBezTo>
                  <a:cubicBezTo>
                    <a:pt x="627" y="3786"/>
                    <a:pt x="749" y="3725"/>
                    <a:pt x="931" y="3603"/>
                  </a:cubicBezTo>
                  <a:cubicBezTo>
                    <a:pt x="1205" y="3451"/>
                    <a:pt x="1326" y="3421"/>
                    <a:pt x="1661" y="3421"/>
                  </a:cubicBezTo>
                  <a:cubicBezTo>
                    <a:pt x="1752" y="3421"/>
                    <a:pt x="1874" y="3451"/>
                    <a:pt x="1934" y="3482"/>
                  </a:cubicBezTo>
                  <a:cubicBezTo>
                    <a:pt x="2026" y="3543"/>
                    <a:pt x="2147" y="3725"/>
                    <a:pt x="2238" y="3755"/>
                  </a:cubicBezTo>
                  <a:cubicBezTo>
                    <a:pt x="2299" y="3755"/>
                    <a:pt x="2329" y="3664"/>
                    <a:pt x="2299" y="3603"/>
                  </a:cubicBezTo>
                  <a:cubicBezTo>
                    <a:pt x="2208" y="3512"/>
                    <a:pt x="2086" y="3391"/>
                    <a:pt x="1965" y="3299"/>
                  </a:cubicBezTo>
                  <a:cubicBezTo>
                    <a:pt x="1843" y="3239"/>
                    <a:pt x="1691" y="3208"/>
                    <a:pt x="1509" y="3208"/>
                  </a:cubicBezTo>
                  <a:cubicBezTo>
                    <a:pt x="1174" y="3208"/>
                    <a:pt x="840" y="3360"/>
                    <a:pt x="597" y="3573"/>
                  </a:cubicBezTo>
                  <a:cubicBezTo>
                    <a:pt x="384" y="3725"/>
                    <a:pt x="263" y="3968"/>
                    <a:pt x="202" y="4242"/>
                  </a:cubicBezTo>
                  <a:cubicBezTo>
                    <a:pt x="111" y="4576"/>
                    <a:pt x="171" y="4941"/>
                    <a:pt x="354" y="5306"/>
                  </a:cubicBezTo>
                  <a:cubicBezTo>
                    <a:pt x="445" y="5457"/>
                    <a:pt x="658" y="5609"/>
                    <a:pt x="870" y="5670"/>
                  </a:cubicBezTo>
                  <a:cubicBezTo>
                    <a:pt x="1022" y="5731"/>
                    <a:pt x="1205" y="5731"/>
                    <a:pt x="1357" y="5731"/>
                  </a:cubicBezTo>
                  <a:cubicBezTo>
                    <a:pt x="1570" y="5731"/>
                    <a:pt x="1782" y="5701"/>
                    <a:pt x="1965" y="5609"/>
                  </a:cubicBezTo>
                  <a:cubicBezTo>
                    <a:pt x="2086" y="5883"/>
                    <a:pt x="2238" y="6126"/>
                    <a:pt x="2421" y="6309"/>
                  </a:cubicBezTo>
                  <a:cubicBezTo>
                    <a:pt x="2633" y="6582"/>
                    <a:pt x="2877" y="6825"/>
                    <a:pt x="3120" y="7068"/>
                  </a:cubicBezTo>
                  <a:cubicBezTo>
                    <a:pt x="2998" y="7008"/>
                    <a:pt x="2877" y="6947"/>
                    <a:pt x="2755" y="6916"/>
                  </a:cubicBezTo>
                  <a:cubicBezTo>
                    <a:pt x="2627" y="6889"/>
                    <a:pt x="2500" y="6876"/>
                    <a:pt x="2377" y="6876"/>
                  </a:cubicBezTo>
                  <a:cubicBezTo>
                    <a:pt x="1416" y="6876"/>
                    <a:pt x="613" y="7666"/>
                    <a:pt x="263" y="8527"/>
                  </a:cubicBezTo>
                  <a:cubicBezTo>
                    <a:pt x="202" y="8679"/>
                    <a:pt x="80" y="8953"/>
                    <a:pt x="19" y="9135"/>
                  </a:cubicBezTo>
                  <a:cubicBezTo>
                    <a:pt x="1" y="9173"/>
                    <a:pt x="28" y="9199"/>
                    <a:pt x="59" y="9199"/>
                  </a:cubicBezTo>
                  <a:cubicBezTo>
                    <a:pt x="79" y="9199"/>
                    <a:pt x="99" y="9189"/>
                    <a:pt x="111" y="9166"/>
                  </a:cubicBezTo>
                  <a:cubicBezTo>
                    <a:pt x="384" y="8467"/>
                    <a:pt x="749" y="7859"/>
                    <a:pt x="1387" y="7403"/>
                  </a:cubicBezTo>
                  <a:cubicBezTo>
                    <a:pt x="1707" y="7218"/>
                    <a:pt x="2036" y="7107"/>
                    <a:pt x="2359" y="7107"/>
                  </a:cubicBezTo>
                  <a:cubicBezTo>
                    <a:pt x="2619" y="7107"/>
                    <a:pt x="2875" y="7179"/>
                    <a:pt x="3120" y="7342"/>
                  </a:cubicBezTo>
                  <a:cubicBezTo>
                    <a:pt x="3272" y="7403"/>
                    <a:pt x="3393" y="7585"/>
                    <a:pt x="3545" y="7768"/>
                  </a:cubicBezTo>
                  <a:cubicBezTo>
                    <a:pt x="3849" y="8072"/>
                    <a:pt x="4062" y="8406"/>
                    <a:pt x="4275" y="8862"/>
                  </a:cubicBezTo>
                  <a:cubicBezTo>
                    <a:pt x="4336" y="9014"/>
                    <a:pt x="4457" y="9135"/>
                    <a:pt x="4548" y="9287"/>
                  </a:cubicBezTo>
                  <a:cubicBezTo>
                    <a:pt x="4731" y="9561"/>
                    <a:pt x="4822" y="9743"/>
                    <a:pt x="4913" y="9834"/>
                  </a:cubicBezTo>
                  <a:cubicBezTo>
                    <a:pt x="4913" y="9834"/>
                    <a:pt x="4913" y="9834"/>
                    <a:pt x="4944" y="9865"/>
                  </a:cubicBezTo>
                  <a:cubicBezTo>
                    <a:pt x="4396" y="10442"/>
                    <a:pt x="3758" y="11020"/>
                    <a:pt x="2998" y="11476"/>
                  </a:cubicBezTo>
                  <a:cubicBezTo>
                    <a:pt x="2568" y="11729"/>
                    <a:pt x="2369" y="11856"/>
                    <a:pt x="1998" y="11856"/>
                  </a:cubicBezTo>
                  <a:cubicBezTo>
                    <a:pt x="1924" y="11856"/>
                    <a:pt x="1843" y="11851"/>
                    <a:pt x="1752" y="11841"/>
                  </a:cubicBezTo>
                  <a:cubicBezTo>
                    <a:pt x="1539" y="11810"/>
                    <a:pt x="1539" y="11810"/>
                    <a:pt x="1478" y="11810"/>
                  </a:cubicBezTo>
                  <a:cubicBezTo>
                    <a:pt x="1448" y="11795"/>
                    <a:pt x="1418" y="11787"/>
                    <a:pt x="1391" y="11787"/>
                  </a:cubicBezTo>
                  <a:cubicBezTo>
                    <a:pt x="1364" y="11787"/>
                    <a:pt x="1342" y="11795"/>
                    <a:pt x="1326" y="11810"/>
                  </a:cubicBezTo>
                  <a:cubicBezTo>
                    <a:pt x="1174" y="11901"/>
                    <a:pt x="1205" y="12114"/>
                    <a:pt x="1387" y="12145"/>
                  </a:cubicBezTo>
                  <a:cubicBezTo>
                    <a:pt x="1565" y="12180"/>
                    <a:pt x="1743" y="12195"/>
                    <a:pt x="1927" y="12195"/>
                  </a:cubicBezTo>
                  <a:cubicBezTo>
                    <a:pt x="2058" y="12195"/>
                    <a:pt x="2191" y="12188"/>
                    <a:pt x="2329" y="12175"/>
                  </a:cubicBezTo>
                  <a:cubicBezTo>
                    <a:pt x="2573" y="12114"/>
                    <a:pt x="2785" y="11993"/>
                    <a:pt x="2998" y="11901"/>
                  </a:cubicBezTo>
                  <a:cubicBezTo>
                    <a:pt x="3545" y="11597"/>
                    <a:pt x="4062" y="11263"/>
                    <a:pt x="4518" y="10807"/>
                  </a:cubicBezTo>
                  <a:cubicBezTo>
                    <a:pt x="4731" y="10625"/>
                    <a:pt x="5004" y="10351"/>
                    <a:pt x="5095" y="10260"/>
                  </a:cubicBezTo>
                  <a:cubicBezTo>
                    <a:pt x="5217" y="10047"/>
                    <a:pt x="5339" y="10047"/>
                    <a:pt x="5308" y="9804"/>
                  </a:cubicBezTo>
                  <a:cubicBezTo>
                    <a:pt x="5278" y="9713"/>
                    <a:pt x="5217" y="9622"/>
                    <a:pt x="5156" y="9561"/>
                  </a:cubicBezTo>
                  <a:cubicBezTo>
                    <a:pt x="5004" y="9379"/>
                    <a:pt x="5065" y="9470"/>
                    <a:pt x="4944" y="9287"/>
                  </a:cubicBezTo>
                  <a:cubicBezTo>
                    <a:pt x="4731" y="8983"/>
                    <a:pt x="4640" y="8862"/>
                    <a:pt x="4488" y="8527"/>
                  </a:cubicBezTo>
                  <a:cubicBezTo>
                    <a:pt x="4305" y="8223"/>
                    <a:pt x="4153" y="8072"/>
                    <a:pt x="3971" y="7828"/>
                  </a:cubicBezTo>
                  <a:cubicBezTo>
                    <a:pt x="3849" y="7676"/>
                    <a:pt x="3697" y="7555"/>
                    <a:pt x="3576" y="7433"/>
                  </a:cubicBezTo>
                  <a:lnTo>
                    <a:pt x="3576" y="7433"/>
                  </a:lnTo>
                  <a:cubicBezTo>
                    <a:pt x="3819" y="7585"/>
                    <a:pt x="4092" y="7737"/>
                    <a:pt x="4336" y="7859"/>
                  </a:cubicBezTo>
                  <a:cubicBezTo>
                    <a:pt x="4670" y="8041"/>
                    <a:pt x="5004" y="8223"/>
                    <a:pt x="5369" y="8315"/>
                  </a:cubicBezTo>
                  <a:cubicBezTo>
                    <a:pt x="5910" y="8501"/>
                    <a:pt x="6489" y="8583"/>
                    <a:pt x="7068" y="8583"/>
                  </a:cubicBezTo>
                  <a:cubicBezTo>
                    <a:pt x="7531" y="8583"/>
                    <a:pt x="7994" y="8531"/>
                    <a:pt x="8439" y="8436"/>
                  </a:cubicBezTo>
                  <a:cubicBezTo>
                    <a:pt x="9564" y="8223"/>
                    <a:pt x="10628" y="7676"/>
                    <a:pt x="11418" y="6856"/>
                  </a:cubicBezTo>
                  <a:cubicBezTo>
                    <a:pt x="11843" y="6369"/>
                    <a:pt x="12117" y="5761"/>
                    <a:pt x="12330" y="5154"/>
                  </a:cubicBezTo>
                  <a:cubicBezTo>
                    <a:pt x="12360" y="5062"/>
                    <a:pt x="12421" y="4941"/>
                    <a:pt x="12451" y="4819"/>
                  </a:cubicBezTo>
                  <a:cubicBezTo>
                    <a:pt x="12816" y="5002"/>
                    <a:pt x="12907" y="5306"/>
                    <a:pt x="13120" y="5731"/>
                  </a:cubicBezTo>
                  <a:cubicBezTo>
                    <a:pt x="13150" y="5853"/>
                    <a:pt x="13302" y="6126"/>
                    <a:pt x="13333" y="6278"/>
                  </a:cubicBezTo>
                  <a:cubicBezTo>
                    <a:pt x="13394" y="6461"/>
                    <a:pt x="13424" y="6613"/>
                    <a:pt x="13515" y="6734"/>
                  </a:cubicBezTo>
                  <a:cubicBezTo>
                    <a:pt x="13546" y="6825"/>
                    <a:pt x="13576" y="6795"/>
                    <a:pt x="13394" y="7099"/>
                  </a:cubicBezTo>
                  <a:cubicBezTo>
                    <a:pt x="13059" y="7555"/>
                    <a:pt x="12421" y="8011"/>
                    <a:pt x="11935" y="8467"/>
                  </a:cubicBezTo>
                  <a:cubicBezTo>
                    <a:pt x="11631" y="8710"/>
                    <a:pt x="11266" y="9044"/>
                    <a:pt x="10962" y="9257"/>
                  </a:cubicBezTo>
                  <a:cubicBezTo>
                    <a:pt x="10536" y="9561"/>
                    <a:pt x="10050" y="9804"/>
                    <a:pt x="9685" y="9956"/>
                  </a:cubicBezTo>
                  <a:cubicBezTo>
                    <a:pt x="9594" y="9986"/>
                    <a:pt x="9564" y="10138"/>
                    <a:pt x="9655" y="10199"/>
                  </a:cubicBezTo>
                  <a:cubicBezTo>
                    <a:pt x="9671" y="10202"/>
                    <a:pt x="9688" y="10204"/>
                    <a:pt x="9704" y="10204"/>
                  </a:cubicBezTo>
                  <a:cubicBezTo>
                    <a:pt x="9839" y="10204"/>
                    <a:pt x="9972" y="10101"/>
                    <a:pt x="10080" y="10047"/>
                  </a:cubicBezTo>
                  <a:cubicBezTo>
                    <a:pt x="10476" y="9895"/>
                    <a:pt x="10810" y="9682"/>
                    <a:pt x="11144" y="9439"/>
                  </a:cubicBezTo>
                  <a:cubicBezTo>
                    <a:pt x="11752" y="8953"/>
                    <a:pt x="12147" y="8649"/>
                    <a:pt x="12755" y="8102"/>
                  </a:cubicBezTo>
                  <a:cubicBezTo>
                    <a:pt x="13090" y="7828"/>
                    <a:pt x="13454" y="7524"/>
                    <a:pt x="13667" y="7129"/>
                  </a:cubicBezTo>
                  <a:cubicBezTo>
                    <a:pt x="13728" y="7038"/>
                    <a:pt x="13789" y="6916"/>
                    <a:pt x="13789" y="6795"/>
                  </a:cubicBezTo>
                  <a:cubicBezTo>
                    <a:pt x="13758" y="6673"/>
                    <a:pt x="13728" y="6582"/>
                    <a:pt x="13697" y="6552"/>
                  </a:cubicBezTo>
                  <a:cubicBezTo>
                    <a:pt x="13637" y="6309"/>
                    <a:pt x="13576" y="6065"/>
                    <a:pt x="13454" y="5853"/>
                  </a:cubicBezTo>
                  <a:cubicBezTo>
                    <a:pt x="13394" y="5670"/>
                    <a:pt x="13150" y="5062"/>
                    <a:pt x="12877" y="4819"/>
                  </a:cubicBezTo>
                  <a:cubicBezTo>
                    <a:pt x="12786" y="4758"/>
                    <a:pt x="12664" y="4667"/>
                    <a:pt x="12542" y="4606"/>
                  </a:cubicBezTo>
                  <a:cubicBezTo>
                    <a:pt x="12786" y="3786"/>
                    <a:pt x="12907" y="2904"/>
                    <a:pt x="12907" y="2023"/>
                  </a:cubicBezTo>
                  <a:cubicBezTo>
                    <a:pt x="12907" y="1536"/>
                    <a:pt x="12816" y="746"/>
                    <a:pt x="12786" y="564"/>
                  </a:cubicBezTo>
                  <a:cubicBezTo>
                    <a:pt x="12755" y="442"/>
                    <a:pt x="12755" y="321"/>
                    <a:pt x="12725" y="199"/>
                  </a:cubicBezTo>
                  <a:cubicBezTo>
                    <a:pt x="12725" y="138"/>
                    <a:pt x="12694" y="47"/>
                    <a:pt x="12634" y="17"/>
                  </a:cubicBezTo>
                  <a:cubicBezTo>
                    <a:pt x="12612" y="6"/>
                    <a:pt x="12588" y="1"/>
                    <a:pt x="125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272598" y="1917719"/>
              <a:ext cx="79101" cy="29952"/>
            </a:xfrm>
            <a:custGeom>
              <a:avLst/>
              <a:gdLst/>
              <a:ahLst/>
              <a:cxnLst/>
              <a:rect l="l" t="t" r="r" b="b"/>
              <a:pathLst>
                <a:path w="1096" h="415" extrusionOk="0">
                  <a:moveTo>
                    <a:pt x="453" y="0"/>
                  </a:moveTo>
                  <a:cubicBezTo>
                    <a:pt x="372" y="0"/>
                    <a:pt x="292" y="15"/>
                    <a:pt x="214" y="50"/>
                  </a:cubicBezTo>
                  <a:cubicBezTo>
                    <a:pt x="153" y="80"/>
                    <a:pt x="1" y="110"/>
                    <a:pt x="31" y="232"/>
                  </a:cubicBezTo>
                  <a:cubicBezTo>
                    <a:pt x="31" y="282"/>
                    <a:pt x="92" y="331"/>
                    <a:pt x="147" y="331"/>
                  </a:cubicBezTo>
                  <a:cubicBezTo>
                    <a:pt x="160" y="331"/>
                    <a:pt x="172" y="329"/>
                    <a:pt x="183" y="323"/>
                  </a:cubicBezTo>
                  <a:cubicBezTo>
                    <a:pt x="214" y="293"/>
                    <a:pt x="214" y="293"/>
                    <a:pt x="244" y="262"/>
                  </a:cubicBezTo>
                  <a:cubicBezTo>
                    <a:pt x="335" y="232"/>
                    <a:pt x="396" y="232"/>
                    <a:pt x="426" y="232"/>
                  </a:cubicBezTo>
                  <a:lnTo>
                    <a:pt x="518" y="232"/>
                  </a:lnTo>
                  <a:cubicBezTo>
                    <a:pt x="670" y="262"/>
                    <a:pt x="730" y="293"/>
                    <a:pt x="822" y="354"/>
                  </a:cubicBezTo>
                  <a:cubicBezTo>
                    <a:pt x="882" y="384"/>
                    <a:pt x="943" y="414"/>
                    <a:pt x="1004" y="414"/>
                  </a:cubicBezTo>
                  <a:cubicBezTo>
                    <a:pt x="1095" y="384"/>
                    <a:pt x="1095" y="262"/>
                    <a:pt x="1004" y="202"/>
                  </a:cubicBezTo>
                  <a:cubicBezTo>
                    <a:pt x="852" y="93"/>
                    <a:pt x="653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539062" y="2218177"/>
              <a:ext cx="233839" cy="116631"/>
            </a:xfrm>
            <a:custGeom>
              <a:avLst/>
              <a:gdLst/>
              <a:ahLst/>
              <a:cxnLst/>
              <a:rect l="l" t="t" r="r" b="b"/>
              <a:pathLst>
                <a:path w="3240" h="1616" extrusionOk="0">
                  <a:moveTo>
                    <a:pt x="122" y="1"/>
                  </a:moveTo>
                  <a:cubicBezTo>
                    <a:pt x="63" y="1"/>
                    <a:pt x="0" y="71"/>
                    <a:pt x="48" y="142"/>
                  </a:cubicBezTo>
                  <a:cubicBezTo>
                    <a:pt x="108" y="264"/>
                    <a:pt x="200" y="568"/>
                    <a:pt x="321" y="750"/>
                  </a:cubicBezTo>
                  <a:cubicBezTo>
                    <a:pt x="473" y="1024"/>
                    <a:pt x="686" y="1236"/>
                    <a:pt x="929" y="1388"/>
                  </a:cubicBezTo>
                  <a:cubicBezTo>
                    <a:pt x="1224" y="1541"/>
                    <a:pt x="1519" y="1616"/>
                    <a:pt x="1802" y="1616"/>
                  </a:cubicBezTo>
                  <a:cubicBezTo>
                    <a:pt x="2305" y="1616"/>
                    <a:pt x="2767" y="1380"/>
                    <a:pt x="3118" y="932"/>
                  </a:cubicBezTo>
                  <a:cubicBezTo>
                    <a:pt x="3178" y="811"/>
                    <a:pt x="3239" y="811"/>
                    <a:pt x="3209" y="689"/>
                  </a:cubicBezTo>
                  <a:cubicBezTo>
                    <a:pt x="3181" y="643"/>
                    <a:pt x="3150" y="625"/>
                    <a:pt x="3118" y="625"/>
                  </a:cubicBezTo>
                  <a:cubicBezTo>
                    <a:pt x="3046" y="625"/>
                    <a:pt x="2968" y="717"/>
                    <a:pt x="2905" y="780"/>
                  </a:cubicBezTo>
                  <a:cubicBezTo>
                    <a:pt x="2570" y="1115"/>
                    <a:pt x="2297" y="1327"/>
                    <a:pt x="1962" y="1327"/>
                  </a:cubicBezTo>
                  <a:cubicBezTo>
                    <a:pt x="1873" y="1340"/>
                    <a:pt x="1787" y="1347"/>
                    <a:pt x="1705" y="1347"/>
                  </a:cubicBezTo>
                  <a:cubicBezTo>
                    <a:pt x="1205" y="1347"/>
                    <a:pt x="847" y="1116"/>
                    <a:pt x="534" y="750"/>
                  </a:cubicBezTo>
                  <a:cubicBezTo>
                    <a:pt x="352" y="507"/>
                    <a:pt x="352" y="294"/>
                    <a:pt x="169" y="20"/>
                  </a:cubicBezTo>
                  <a:cubicBezTo>
                    <a:pt x="155" y="7"/>
                    <a:pt x="13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4179" y="2366061"/>
              <a:ext cx="25982" cy="20353"/>
            </a:xfrm>
            <a:custGeom>
              <a:avLst/>
              <a:gdLst/>
              <a:ahLst/>
              <a:cxnLst/>
              <a:rect l="l" t="t" r="r" b="b"/>
              <a:pathLst>
                <a:path w="360" h="282" extrusionOk="0">
                  <a:moveTo>
                    <a:pt x="201" y="0"/>
                  </a:moveTo>
                  <a:cubicBezTo>
                    <a:pt x="185" y="0"/>
                    <a:pt x="168" y="3"/>
                    <a:pt x="152" y="8"/>
                  </a:cubicBezTo>
                  <a:cubicBezTo>
                    <a:pt x="122" y="38"/>
                    <a:pt x="31" y="69"/>
                    <a:pt x="0" y="130"/>
                  </a:cubicBezTo>
                  <a:cubicBezTo>
                    <a:pt x="0" y="190"/>
                    <a:pt x="61" y="282"/>
                    <a:pt x="122" y="282"/>
                  </a:cubicBezTo>
                  <a:cubicBezTo>
                    <a:pt x="152" y="251"/>
                    <a:pt x="274" y="251"/>
                    <a:pt x="335" y="160"/>
                  </a:cubicBezTo>
                  <a:cubicBezTo>
                    <a:pt x="360" y="59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60763" y="1517589"/>
              <a:ext cx="404022" cy="527725"/>
            </a:xfrm>
            <a:custGeom>
              <a:avLst/>
              <a:gdLst/>
              <a:ahLst/>
              <a:cxnLst/>
              <a:rect l="l" t="t" r="r" b="b"/>
              <a:pathLst>
                <a:path w="5598" h="7312" extrusionOk="0">
                  <a:moveTo>
                    <a:pt x="5294" y="1"/>
                  </a:moveTo>
                  <a:cubicBezTo>
                    <a:pt x="5172" y="1"/>
                    <a:pt x="5081" y="122"/>
                    <a:pt x="5112" y="244"/>
                  </a:cubicBezTo>
                  <a:cubicBezTo>
                    <a:pt x="5142" y="335"/>
                    <a:pt x="5172" y="426"/>
                    <a:pt x="5203" y="518"/>
                  </a:cubicBezTo>
                  <a:cubicBezTo>
                    <a:pt x="5264" y="670"/>
                    <a:pt x="5233" y="730"/>
                    <a:pt x="5233" y="974"/>
                  </a:cubicBezTo>
                  <a:cubicBezTo>
                    <a:pt x="5233" y="2949"/>
                    <a:pt x="3501" y="4712"/>
                    <a:pt x="2042" y="5928"/>
                  </a:cubicBezTo>
                  <a:cubicBezTo>
                    <a:pt x="1464" y="6354"/>
                    <a:pt x="826" y="6688"/>
                    <a:pt x="188" y="7022"/>
                  </a:cubicBezTo>
                  <a:cubicBezTo>
                    <a:pt x="0" y="7049"/>
                    <a:pt x="72" y="7312"/>
                    <a:pt x="216" y="7312"/>
                  </a:cubicBezTo>
                  <a:cubicBezTo>
                    <a:pt x="236" y="7312"/>
                    <a:pt x="257" y="7307"/>
                    <a:pt x="279" y="7296"/>
                  </a:cubicBezTo>
                  <a:cubicBezTo>
                    <a:pt x="917" y="6961"/>
                    <a:pt x="1555" y="6627"/>
                    <a:pt x="2163" y="6202"/>
                  </a:cubicBezTo>
                  <a:cubicBezTo>
                    <a:pt x="2862" y="5654"/>
                    <a:pt x="3501" y="5016"/>
                    <a:pt x="4078" y="4317"/>
                  </a:cubicBezTo>
                  <a:cubicBezTo>
                    <a:pt x="4504" y="3770"/>
                    <a:pt x="4929" y="3192"/>
                    <a:pt x="5203" y="2524"/>
                  </a:cubicBezTo>
                  <a:cubicBezTo>
                    <a:pt x="5476" y="1916"/>
                    <a:pt x="5537" y="1278"/>
                    <a:pt x="5598" y="730"/>
                  </a:cubicBezTo>
                  <a:cubicBezTo>
                    <a:pt x="5598" y="548"/>
                    <a:pt x="5507" y="214"/>
                    <a:pt x="5476" y="214"/>
                  </a:cubicBezTo>
                  <a:cubicBezTo>
                    <a:pt x="5416" y="92"/>
                    <a:pt x="5476" y="62"/>
                    <a:pt x="529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928221" y="2409076"/>
              <a:ext cx="23528" cy="15517"/>
            </a:xfrm>
            <a:custGeom>
              <a:avLst/>
              <a:gdLst/>
              <a:ahLst/>
              <a:cxnLst/>
              <a:rect l="l" t="t" r="r" b="b"/>
              <a:pathLst>
                <a:path w="326" h="215" extrusionOk="0">
                  <a:moveTo>
                    <a:pt x="217" y="0"/>
                  </a:moveTo>
                  <a:cubicBezTo>
                    <a:pt x="198" y="0"/>
                    <a:pt x="178" y="6"/>
                    <a:pt x="157" y="20"/>
                  </a:cubicBezTo>
                  <a:cubicBezTo>
                    <a:pt x="0" y="72"/>
                    <a:pt x="68" y="215"/>
                    <a:pt x="149" y="215"/>
                  </a:cubicBezTo>
                  <a:cubicBezTo>
                    <a:pt x="162" y="215"/>
                    <a:pt x="175" y="211"/>
                    <a:pt x="188" y="202"/>
                  </a:cubicBezTo>
                  <a:lnTo>
                    <a:pt x="157" y="202"/>
                  </a:lnTo>
                  <a:cubicBezTo>
                    <a:pt x="218" y="202"/>
                    <a:pt x="248" y="172"/>
                    <a:pt x="279" y="141"/>
                  </a:cubicBezTo>
                  <a:cubicBezTo>
                    <a:pt x="326" y="71"/>
                    <a:pt x="282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908806" y="2437946"/>
              <a:ext cx="41788" cy="673442"/>
            </a:xfrm>
            <a:custGeom>
              <a:avLst/>
              <a:gdLst/>
              <a:ahLst/>
              <a:cxnLst/>
              <a:rect l="l" t="t" r="r" b="b"/>
              <a:pathLst>
                <a:path w="579" h="9331" extrusionOk="0">
                  <a:moveTo>
                    <a:pt x="105" y="0"/>
                  </a:moveTo>
                  <a:cubicBezTo>
                    <a:pt x="52" y="0"/>
                    <a:pt x="1" y="47"/>
                    <a:pt x="1" y="106"/>
                  </a:cubicBezTo>
                  <a:cubicBezTo>
                    <a:pt x="1" y="957"/>
                    <a:pt x="61" y="1808"/>
                    <a:pt x="61" y="2690"/>
                  </a:cubicBezTo>
                  <a:cubicBezTo>
                    <a:pt x="92" y="3359"/>
                    <a:pt x="31" y="4058"/>
                    <a:pt x="61" y="4757"/>
                  </a:cubicBezTo>
                  <a:cubicBezTo>
                    <a:pt x="92" y="5334"/>
                    <a:pt x="183" y="5912"/>
                    <a:pt x="213" y="6489"/>
                  </a:cubicBezTo>
                  <a:cubicBezTo>
                    <a:pt x="213" y="7401"/>
                    <a:pt x="244" y="8313"/>
                    <a:pt x="335" y="9225"/>
                  </a:cubicBezTo>
                  <a:cubicBezTo>
                    <a:pt x="335" y="9284"/>
                    <a:pt x="399" y="9331"/>
                    <a:pt x="461" y="9331"/>
                  </a:cubicBezTo>
                  <a:cubicBezTo>
                    <a:pt x="494" y="9331"/>
                    <a:pt x="527" y="9317"/>
                    <a:pt x="548" y="9286"/>
                  </a:cubicBezTo>
                  <a:cubicBezTo>
                    <a:pt x="578" y="9225"/>
                    <a:pt x="548" y="9134"/>
                    <a:pt x="548" y="9073"/>
                  </a:cubicBezTo>
                  <a:cubicBezTo>
                    <a:pt x="426" y="8131"/>
                    <a:pt x="426" y="7188"/>
                    <a:pt x="365" y="6216"/>
                  </a:cubicBezTo>
                  <a:cubicBezTo>
                    <a:pt x="335" y="5699"/>
                    <a:pt x="244" y="5213"/>
                    <a:pt x="213" y="4635"/>
                  </a:cubicBezTo>
                  <a:cubicBezTo>
                    <a:pt x="183" y="3997"/>
                    <a:pt x="244" y="3389"/>
                    <a:pt x="213" y="2751"/>
                  </a:cubicBezTo>
                  <a:cubicBezTo>
                    <a:pt x="183" y="2021"/>
                    <a:pt x="274" y="1322"/>
                    <a:pt x="213" y="593"/>
                  </a:cubicBezTo>
                  <a:cubicBezTo>
                    <a:pt x="213" y="410"/>
                    <a:pt x="274" y="167"/>
                    <a:pt x="183" y="45"/>
                  </a:cubicBezTo>
                  <a:cubicBezTo>
                    <a:pt x="162" y="14"/>
                    <a:pt x="13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204611" y="2309549"/>
              <a:ext cx="73616" cy="152934"/>
            </a:xfrm>
            <a:custGeom>
              <a:avLst/>
              <a:gdLst/>
              <a:ahLst/>
              <a:cxnLst/>
              <a:rect l="l" t="t" r="r" b="b"/>
              <a:pathLst>
                <a:path w="1020" h="2119" extrusionOk="0">
                  <a:moveTo>
                    <a:pt x="122" y="1"/>
                  </a:moveTo>
                  <a:cubicBezTo>
                    <a:pt x="77" y="1"/>
                    <a:pt x="31" y="31"/>
                    <a:pt x="31" y="92"/>
                  </a:cubicBezTo>
                  <a:cubicBezTo>
                    <a:pt x="1" y="396"/>
                    <a:pt x="1" y="730"/>
                    <a:pt x="92" y="1034"/>
                  </a:cubicBezTo>
                  <a:cubicBezTo>
                    <a:pt x="244" y="1460"/>
                    <a:pt x="517" y="1824"/>
                    <a:pt x="882" y="2098"/>
                  </a:cubicBezTo>
                  <a:cubicBezTo>
                    <a:pt x="896" y="2112"/>
                    <a:pt x="912" y="2118"/>
                    <a:pt x="927" y="2118"/>
                  </a:cubicBezTo>
                  <a:cubicBezTo>
                    <a:pt x="977" y="2118"/>
                    <a:pt x="1020" y="2053"/>
                    <a:pt x="973" y="2007"/>
                  </a:cubicBezTo>
                  <a:cubicBezTo>
                    <a:pt x="973" y="1946"/>
                    <a:pt x="912" y="1916"/>
                    <a:pt x="882" y="1885"/>
                  </a:cubicBezTo>
                  <a:cubicBezTo>
                    <a:pt x="548" y="1612"/>
                    <a:pt x="335" y="1308"/>
                    <a:pt x="213" y="913"/>
                  </a:cubicBezTo>
                  <a:cubicBezTo>
                    <a:pt x="183" y="700"/>
                    <a:pt x="183" y="365"/>
                    <a:pt x="213" y="92"/>
                  </a:cubicBezTo>
                  <a:cubicBezTo>
                    <a:pt x="213" y="31"/>
                    <a:pt x="168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989607" y="2449421"/>
              <a:ext cx="862245" cy="655254"/>
            </a:xfrm>
            <a:custGeom>
              <a:avLst/>
              <a:gdLst/>
              <a:ahLst/>
              <a:cxnLst/>
              <a:rect l="l" t="t" r="r" b="b"/>
              <a:pathLst>
                <a:path w="11947" h="9079" extrusionOk="0">
                  <a:moveTo>
                    <a:pt x="3060" y="1"/>
                  </a:moveTo>
                  <a:cubicBezTo>
                    <a:pt x="3038" y="1"/>
                    <a:pt x="3019" y="12"/>
                    <a:pt x="3010" y="38"/>
                  </a:cubicBezTo>
                  <a:cubicBezTo>
                    <a:pt x="2554" y="1041"/>
                    <a:pt x="1946" y="2045"/>
                    <a:pt x="1490" y="2926"/>
                  </a:cubicBezTo>
                  <a:cubicBezTo>
                    <a:pt x="1156" y="3534"/>
                    <a:pt x="791" y="4081"/>
                    <a:pt x="518" y="4689"/>
                  </a:cubicBezTo>
                  <a:cubicBezTo>
                    <a:pt x="396" y="4932"/>
                    <a:pt x="214" y="5297"/>
                    <a:pt x="214" y="5388"/>
                  </a:cubicBezTo>
                  <a:lnTo>
                    <a:pt x="183" y="5388"/>
                  </a:lnTo>
                  <a:cubicBezTo>
                    <a:pt x="183" y="5418"/>
                    <a:pt x="183" y="5418"/>
                    <a:pt x="183" y="5418"/>
                  </a:cubicBezTo>
                  <a:cubicBezTo>
                    <a:pt x="92" y="5540"/>
                    <a:pt x="1" y="5722"/>
                    <a:pt x="153" y="5814"/>
                  </a:cubicBezTo>
                  <a:cubicBezTo>
                    <a:pt x="882" y="6634"/>
                    <a:pt x="1825" y="7181"/>
                    <a:pt x="2858" y="7637"/>
                  </a:cubicBezTo>
                  <a:cubicBezTo>
                    <a:pt x="3831" y="8093"/>
                    <a:pt x="4803" y="8458"/>
                    <a:pt x="5837" y="8671"/>
                  </a:cubicBezTo>
                  <a:cubicBezTo>
                    <a:pt x="7265" y="8975"/>
                    <a:pt x="8603" y="9036"/>
                    <a:pt x="10092" y="9066"/>
                  </a:cubicBezTo>
                  <a:cubicBezTo>
                    <a:pt x="10235" y="9075"/>
                    <a:pt x="10374" y="9078"/>
                    <a:pt x="10513" y="9078"/>
                  </a:cubicBezTo>
                  <a:cubicBezTo>
                    <a:pt x="10848" y="9078"/>
                    <a:pt x="11177" y="9057"/>
                    <a:pt x="11521" y="9036"/>
                  </a:cubicBezTo>
                  <a:cubicBezTo>
                    <a:pt x="11551" y="9046"/>
                    <a:pt x="11595" y="9049"/>
                    <a:pt x="11641" y="9049"/>
                  </a:cubicBezTo>
                  <a:cubicBezTo>
                    <a:pt x="11734" y="9049"/>
                    <a:pt x="11835" y="9036"/>
                    <a:pt x="11855" y="9036"/>
                  </a:cubicBezTo>
                  <a:cubicBezTo>
                    <a:pt x="11886" y="9036"/>
                    <a:pt x="11946" y="8975"/>
                    <a:pt x="11916" y="8914"/>
                  </a:cubicBezTo>
                  <a:cubicBezTo>
                    <a:pt x="11901" y="8868"/>
                    <a:pt x="11848" y="8861"/>
                    <a:pt x="11783" y="8861"/>
                  </a:cubicBezTo>
                  <a:cubicBezTo>
                    <a:pt x="11751" y="8861"/>
                    <a:pt x="11716" y="8863"/>
                    <a:pt x="11681" y="8863"/>
                  </a:cubicBezTo>
                  <a:cubicBezTo>
                    <a:pt x="11646" y="8863"/>
                    <a:pt x="11612" y="8861"/>
                    <a:pt x="11582" y="8853"/>
                  </a:cubicBezTo>
                  <a:cubicBezTo>
                    <a:pt x="11217" y="8853"/>
                    <a:pt x="10852" y="8884"/>
                    <a:pt x="10518" y="8884"/>
                  </a:cubicBezTo>
                  <a:cubicBezTo>
                    <a:pt x="8633" y="8823"/>
                    <a:pt x="7053" y="8792"/>
                    <a:pt x="5259" y="8276"/>
                  </a:cubicBezTo>
                  <a:cubicBezTo>
                    <a:pt x="4317" y="8063"/>
                    <a:pt x="3557" y="7668"/>
                    <a:pt x="2676" y="7273"/>
                  </a:cubicBezTo>
                  <a:cubicBezTo>
                    <a:pt x="1977" y="6969"/>
                    <a:pt x="1308" y="6573"/>
                    <a:pt x="822" y="6148"/>
                  </a:cubicBezTo>
                  <a:cubicBezTo>
                    <a:pt x="670" y="5996"/>
                    <a:pt x="518" y="5814"/>
                    <a:pt x="366" y="5631"/>
                  </a:cubicBezTo>
                  <a:cubicBezTo>
                    <a:pt x="366" y="5601"/>
                    <a:pt x="366" y="5601"/>
                    <a:pt x="366" y="5601"/>
                  </a:cubicBezTo>
                  <a:lnTo>
                    <a:pt x="396" y="5601"/>
                  </a:lnTo>
                  <a:cubicBezTo>
                    <a:pt x="396" y="5601"/>
                    <a:pt x="396" y="5570"/>
                    <a:pt x="396" y="5570"/>
                  </a:cubicBezTo>
                  <a:cubicBezTo>
                    <a:pt x="852" y="4598"/>
                    <a:pt x="1673" y="3048"/>
                    <a:pt x="2311" y="1771"/>
                  </a:cubicBezTo>
                  <a:cubicBezTo>
                    <a:pt x="2615" y="1224"/>
                    <a:pt x="2888" y="677"/>
                    <a:pt x="3132" y="130"/>
                  </a:cubicBezTo>
                  <a:cubicBezTo>
                    <a:pt x="3175" y="65"/>
                    <a:pt x="3111" y="1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1015950" y="2853593"/>
              <a:ext cx="72" cy="231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1"/>
                  </a:moveTo>
                  <a:cubicBezTo>
                    <a:pt x="1" y="31"/>
                    <a:pt x="1" y="3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867956" y="3090322"/>
              <a:ext cx="29952" cy="11259"/>
            </a:xfrm>
            <a:custGeom>
              <a:avLst/>
              <a:gdLst/>
              <a:ahLst/>
              <a:cxnLst/>
              <a:rect l="l" t="t" r="r" b="b"/>
              <a:pathLst>
                <a:path w="415" h="156" extrusionOk="0">
                  <a:moveTo>
                    <a:pt x="145" y="0"/>
                  </a:moveTo>
                  <a:cubicBezTo>
                    <a:pt x="42" y="0"/>
                    <a:pt x="1" y="156"/>
                    <a:pt x="141" y="156"/>
                  </a:cubicBezTo>
                  <a:cubicBezTo>
                    <a:pt x="171" y="140"/>
                    <a:pt x="202" y="140"/>
                    <a:pt x="236" y="140"/>
                  </a:cubicBezTo>
                  <a:cubicBezTo>
                    <a:pt x="270" y="140"/>
                    <a:pt x="308" y="140"/>
                    <a:pt x="354" y="125"/>
                  </a:cubicBezTo>
                  <a:cubicBezTo>
                    <a:pt x="415" y="4"/>
                    <a:pt x="263" y="4"/>
                    <a:pt x="171" y="4"/>
                  </a:cubicBezTo>
                  <a:cubicBezTo>
                    <a:pt x="162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-94075" y="2943954"/>
              <a:ext cx="2356143" cy="1595373"/>
            </a:xfrm>
            <a:custGeom>
              <a:avLst/>
              <a:gdLst/>
              <a:ahLst/>
              <a:cxnLst/>
              <a:rect l="l" t="t" r="r" b="b"/>
              <a:pathLst>
                <a:path w="32646" h="22105" extrusionOk="0">
                  <a:moveTo>
                    <a:pt x="3010" y="10056"/>
                  </a:moveTo>
                  <a:cubicBezTo>
                    <a:pt x="3040" y="10086"/>
                    <a:pt x="3040" y="10086"/>
                    <a:pt x="3040" y="10086"/>
                  </a:cubicBezTo>
                  <a:cubicBezTo>
                    <a:pt x="3496" y="10421"/>
                    <a:pt x="4043" y="10937"/>
                    <a:pt x="4347" y="11393"/>
                  </a:cubicBezTo>
                  <a:cubicBezTo>
                    <a:pt x="4438" y="11515"/>
                    <a:pt x="4469" y="11545"/>
                    <a:pt x="4529" y="11606"/>
                  </a:cubicBezTo>
                  <a:lnTo>
                    <a:pt x="4560" y="11606"/>
                  </a:lnTo>
                  <a:cubicBezTo>
                    <a:pt x="4286" y="11743"/>
                    <a:pt x="4030" y="11863"/>
                    <a:pt x="3893" y="11863"/>
                  </a:cubicBezTo>
                  <a:cubicBezTo>
                    <a:pt x="3847" y="11863"/>
                    <a:pt x="3815" y="11849"/>
                    <a:pt x="3800" y="11819"/>
                  </a:cubicBezTo>
                  <a:cubicBezTo>
                    <a:pt x="3435" y="11302"/>
                    <a:pt x="3010" y="10725"/>
                    <a:pt x="2736" y="10390"/>
                  </a:cubicBezTo>
                  <a:cubicBezTo>
                    <a:pt x="2827" y="10299"/>
                    <a:pt x="2918" y="10178"/>
                    <a:pt x="3010" y="10056"/>
                  </a:cubicBezTo>
                  <a:close/>
                  <a:moveTo>
                    <a:pt x="31490" y="21789"/>
                  </a:moveTo>
                  <a:cubicBezTo>
                    <a:pt x="31508" y="21801"/>
                    <a:pt x="31515" y="21805"/>
                    <a:pt x="31516" y="21805"/>
                  </a:cubicBezTo>
                  <a:cubicBezTo>
                    <a:pt x="31516" y="21805"/>
                    <a:pt x="31506" y="21799"/>
                    <a:pt x="31491" y="21789"/>
                  </a:cubicBezTo>
                  <a:lnTo>
                    <a:pt x="31491" y="21789"/>
                  </a:lnTo>
                  <a:cubicBezTo>
                    <a:pt x="31491" y="21789"/>
                    <a:pt x="31491" y="21789"/>
                    <a:pt x="31490" y="21789"/>
                  </a:cubicBezTo>
                  <a:close/>
                  <a:moveTo>
                    <a:pt x="15430" y="1"/>
                  </a:moveTo>
                  <a:cubicBezTo>
                    <a:pt x="15403" y="1"/>
                    <a:pt x="15376" y="8"/>
                    <a:pt x="15350" y="25"/>
                  </a:cubicBezTo>
                  <a:cubicBezTo>
                    <a:pt x="13526" y="1515"/>
                    <a:pt x="11794" y="2883"/>
                    <a:pt x="10031" y="4281"/>
                  </a:cubicBezTo>
                  <a:cubicBezTo>
                    <a:pt x="8997" y="5071"/>
                    <a:pt x="7751" y="5922"/>
                    <a:pt x="6657" y="6743"/>
                  </a:cubicBezTo>
                  <a:cubicBezTo>
                    <a:pt x="5198" y="7746"/>
                    <a:pt x="3952" y="8688"/>
                    <a:pt x="2675" y="9934"/>
                  </a:cubicBezTo>
                  <a:cubicBezTo>
                    <a:pt x="2402" y="10269"/>
                    <a:pt x="2280" y="10421"/>
                    <a:pt x="2614" y="10755"/>
                  </a:cubicBezTo>
                  <a:cubicBezTo>
                    <a:pt x="2736" y="10968"/>
                    <a:pt x="2858" y="11089"/>
                    <a:pt x="2979" y="11241"/>
                  </a:cubicBezTo>
                  <a:cubicBezTo>
                    <a:pt x="2645" y="11424"/>
                    <a:pt x="2219" y="11697"/>
                    <a:pt x="2006" y="11880"/>
                  </a:cubicBezTo>
                  <a:lnTo>
                    <a:pt x="1946" y="11880"/>
                  </a:lnTo>
                  <a:cubicBezTo>
                    <a:pt x="1703" y="11789"/>
                    <a:pt x="1368" y="11758"/>
                    <a:pt x="1216" y="11728"/>
                  </a:cubicBezTo>
                  <a:cubicBezTo>
                    <a:pt x="1066" y="11700"/>
                    <a:pt x="946" y="11685"/>
                    <a:pt x="833" y="11685"/>
                  </a:cubicBezTo>
                  <a:cubicBezTo>
                    <a:pt x="693" y="11685"/>
                    <a:pt x="563" y="11708"/>
                    <a:pt x="396" y="11758"/>
                  </a:cubicBezTo>
                  <a:cubicBezTo>
                    <a:pt x="0" y="11910"/>
                    <a:pt x="92" y="12062"/>
                    <a:pt x="274" y="12184"/>
                  </a:cubicBezTo>
                  <a:lnTo>
                    <a:pt x="304" y="12214"/>
                  </a:lnTo>
                  <a:lnTo>
                    <a:pt x="335" y="12214"/>
                  </a:lnTo>
                  <a:cubicBezTo>
                    <a:pt x="426" y="12275"/>
                    <a:pt x="547" y="12305"/>
                    <a:pt x="639" y="12336"/>
                  </a:cubicBezTo>
                  <a:cubicBezTo>
                    <a:pt x="821" y="12396"/>
                    <a:pt x="1003" y="12427"/>
                    <a:pt x="1186" y="12427"/>
                  </a:cubicBezTo>
                  <a:cubicBezTo>
                    <a:pt x="1307" y="12457"/>
                    <a:pt x="1429" y="12518"/>
                    <a:pt x="1581" y="12518"/>
                  </a:cubicBezTo>
                  <a:cubicBezTo>
                    <a:pt x="1733" y="12488"/>
                    <a:pt x="1915" y="12457"/>
                    <a:pt x="2037" y="12305"/>
                  </a:cubicBezTo>
                  <a:cubicBezTo>
                    <a:pt x="2067" y="12305"/>
                    <a:pt x="2067" y="12275"/>
                    <a:pt x="2098" y="12275"/>
                  </a:cubicBezTo>
                  <a:cubicBezTo>
                    <a:pt x="2493" y="12001"/>
                    <a:pt x="2979" y="11697"/>
                    <a:pt x="3131" y="11485"/>
                  </a:cubicBezTo>
                  <a:cubicBezTo>
                    <a:pt x="3131" y="11454"/>
                    <a:pt x="3131" y="11454"/>
                    <a:pt x="3131" y="11424"/>
                  </a:cubicBezTo>
                  <a:cubicBezTo>
                    <a:pt x="3162" y="11485"/>
                    <a:pt x="3222" y="11545"/>
                    <a:pt x="3283" y="11637"/>
                  </a:cubicBezTo>
                  <a:cubicBezTo>
                    <a:pt x="3435" y="11819"/>
                    <a:pt x="3557" y="12062"/>
                    <a:pt x="3800" y="12153"/>
                  </a:cubicBezTo>
                  <a:cubicBezTo>
                    <a:pt x="3833" y="12159"/>
                    <a:pt x="3867" y="12161"/>
                    <a:pt x="3900" y="12161"/>
                  </a:cubicBezTo>
                  <a:cubicBezTo>
                    <a:pt x="4049" y="12161"/>
                    <a:pt x="4198" y="12112"/>
                    <a:pt x="4347" y="12062"/>
                  </a:cubicBezTo>
                  <a:cubicBezTo>
                    <a:pt x="4651" y="11910"/>
                    <a:pt x="4803" y="11849"/>
                    <a:pt x="5168" y="11728"/>
                  </a:cubicBezTo>
                  <a:cubicBezTo>
                    <a:pt x="5958" y="11393"/>
                    <a:pt x="6779" y="11150"/>
                    <a:pt x="7569" y="10816"/>
                  </a:cubicBezTo>
                  <a:cubicBezTo>
                    <a:pt x="8329" y="10512"/>
                    <a:pt x="9028" y="10117"/>
                    <a:pt x="9757" y="9782"/>
                  </a:cubicBezTo>
                  <a:cubicBezTo>
                    <a:pt x="11672" y="8901"/>
                    <a:pt x="13374" y="8111"/>
                    <a:pt x="15229" y="7260"/>
                  </a:cubicBezTo>
                  <a:cubicBezTo>
                    <a:pt x="16323" y="6773"/>
                    <a:pt x="17417" y="6317"/>
                    <a:pt x="18481" y="5709"/>
                  </a:cubicBezTo>
                  <a:cubicBezTo>
                    <a:pt x="18937" y="5497"/>
                    <a:pt x="19393" y="5223"/>
                    <a:pt x="19849" y="4950"/>
                  </a:cubicBezTo>
                  <a:cubicBezTo>
                    <a:pt x="20062" y="4798"/>
                    <a:pt x="20335" y="4676"/>
                    <a:pt x="20548" y="4494"/>
                  </a:cubicBezTo>
                  <a:cubicBezTo>
                    <a:pt x="20578" y="4463"/>
                    <a:pt x="20578" y="4402"/>
                    <a:pt x="20578" y="4372"/>
                  </a:cubicBezTo>
                  <a:cubicBezTo>
                    <a:pt x="20984" y="4430"/>
                    <a:pt x="21363" y="4460"/>
                    <a:pt x="21766" y="4489"/>
                  </a:cubicBezTo>
                  <a:lnTo>
                    <a:pt x="21766" y="4489"/>
                  </a:lnTo>
                  <a:cubicBezTo>
                    <a:pt x="21691" y="4502"/>
                    <a:pt x="21624" y="4579"/>
                    <a:pt x="21673" y="4676"/>
                  </a:cubicBezTo>
                  <a:cubicBezTo>
                    <a:pt x="22068" y="5284"/>
                    <a:pt x="22372" y="5953"/>
                    <a:pt x="22645" y="6621"/>
                  </a:cubicBezTo>
                  <a:cubicBezTo>
                    <a:pt x="23010" y="7351"/>
                    <a:pt x="23375" y="8080"/>
                    <a:pt x="23770" y="8810"/>
                  </a:cubicBezTo>
                  <a:cubicBezTo>
                    <a:pt x="24013" y="9387"/>
                    <a:pt x="24347" y="9904"/>
                    <a:pt x="24651" y="10451"/>
                  </a:cubicBezTo>
                  <a:cubicBezTo>
                    <a:pt x="25077" y="11241"/>
                    <a:pt x="25502" y="12062"/>
                    <a:pt x="25867" y="12883"/>
                  </a:cubicBezTo>
                  <a:cubicBezTo>
                    <a:pt x="26414" y="14099"/>
                    <a:pt x="26961" y="15162"/>
                    <a:pt x="27508" y="16317"/>
                  </a:cubicBezTo>
                  <a:cubicBezTo>
                    <a:pt x="27934" y="17260"/>
                    <a:pt x="28451" y="18141"/>
                    <a:pt x="28876" y="19083"/>
                  </a:cubicBezTo>
                  <a:cubicBezTo>
                    <a:pt x="28967" y="19205"/>
                    <a:pt x="29028" y="19387"/>
                    <a:pt x="29119" y="19539"/>
                  </a:cubicBezTo>
                  <a:cubicBezTo>
                    <a:pt x="29059" y="19600"/>
                    <a:pt x="29119" y="19722"/>
                    <a:pt x="29211" y="19722"/>
                  </a:cubicBezTo>
                  <a:cubicBezTo>
                    <a:pt x="29393" y="19965"/>
                    <a:pt x="29606" y="20178"/>
                    <a:pt x="29879" y="20238"/>
                  </a:cubicBezTo>
                  <a:cubicBezTo>
                    <a:pt x="29961" y="20247"/>
                    <a:pt x="30042" y="20250"/>
                    <a:pt x="30124" y="20250"/>
                  </a:cubicBezTo>
                  <a:cubicBezTo>
                    <a:pt x="30346" y="20250"/>
                    <a:pt x="30569" y="20222"/>
                    <a:pt x="30791" y="20178"/>
                  </a:cubicBezTo>
                  <a:cubicBezTo>
                    <a:pt x="30791" y="20269"/>
                    <a:pt x="30822" y="20330"/>
                    <a:pt x="30852" y="20390"/>
                  </a:cubicBezTo>
                  <a:cubicBezTo>
                    <a:pt x="30852" y="20421"/>
                    <a:pt x="30882" y="20451"/>
                    <a:pt x="30882" y="20482"/>
                  </a:cubicBezTo>
                  <a:cubicBezTo>
                    <a:pt x="30882" y="20512"/>
                    <a:pt x="30913" y="20512"/>
                    <a:pt x="30913" y="20542"/>
                  </a:cubicBezTo>
                  <a:cubicBezTo>
                    <a:pt x="30974" y="20694"/>
                    <a:pt x="31004" y="20846"/>
                    <a:pt x="31065" y="21029"/>
                  </a:cubicBezTo>
                  <a:cubicBezTo>
                    <a:pt x="31156" y="21272"/>
                    <a:pt x="31186" y="21454"/>
                    <a:pt x="31369" y="21697"/>
                  </a:cubicBezTo>
                  <a:cubicBezTo>
                    <a:pt x="31386" y="21715"/>
                    <a:pt x="31455" y="21763"/>
                    <a:pt x="31491" y="21789"/>
                  </a:cubicBezTo>
                  <a:lnTo>
                    <a:pt x="31491" y="21789"/>
                  </a:lnTo>
                  <a:cubicBezTo>
                    <a:pt x="31521" y="21789"/>
                    <a:pt x="31521" y="21819"/>
                    <a:pt x="31551" y="21819"/>
                  </a:cubicBezTo>
                  <a:cubicBezTo>
                    <a:pt x="31642" y="21880"/>
                    <a:pt x="31977" y="21971"/>
                    <a:pt x="32068" y="22032"/>
                  </a:cubicBezTo>
                  <a:cubicBezTo>
                    <a:pt x="32157" y="22076"/>
                    <a:pt x="32278" y="22105"/>
                    <a:pt x="32397" y="22105"/>
                  </a:cubicBezTo>
                  <a:cubicBezTo>
                    <a:pt x="32440" y="22105"/>
                    <a:pt x="32483" y="22101"/>
                    <a:pt x="32524" y="22093"/>
                  </a:cubicBezTo>
                  <a:cubicBezTo>
                    <a:pt x="32554" y="22093"/>
                    <a:pt x="32585" y="22062"/>
                    <a:pt x="32615" y="22032"/>
                  </a:cubicBezTo>
                  <a:cubicBezTo>
                    <a:pt x="32645" y="22001"/>
                    <a:pt x="32645" y="21971"/>
                    <a:pt x="32645" y="21941"/>
                  </a:cubicBezTo>
                  <a:cubicBezTo>
                    <a:pt x="32645" y="21789"/>
                    <a:pt x="32463" y="21697"/>
                    <a:pt x="32341" y="21606"/>
                  </a:cubicBezTo>
                  <a:cubicBezTo>
                    <a:pt x="32129" y="21515"/>
                    <a:pt x="31946" y="21424"/>
                    <a:pt x="31733" y="21394"/>
                  </a:cubicBezTo>
                  <a:cubicBezTo>
                    <a:pt x="31612" y="20938"/>
                    <a:pt x="31460" y="20512"/>
                    <a:pt x="31369" y="20087"/>
                  </a:cubicBezTo>
                  <a:cubicBezTo>
                    <a:pt x="31642" y="20026"/>
                    <a:pt x="31916" y="19965"/>
                    <a:pt x="32189" y="19874"/>
                  </a:cubicBezTo>
                  <a:cubicBezTo>
                    <a:pt x="32372" y="19783"/>
                    <a:pt x="32493" y="19783"/>
                    <a:pt x="32554" y="19631"/>
                  </a:cubicBezTo>
                  <a:cubicBezTo>
                    <a:pt x="32598" y="19522"/>
                    <a:pt x="32501" y="19429"/>
                    <a:pt x="32399" y="19429"/>
                  </a:cubicBezTo>
                  <a:cubicBezTo>
                    <a:pt x="32358" y="19429"/>
                    <a:pt x="32315" y="19444"/>
                    <a:pt x="32281" y="19479"/>
                  </a:cubicBezTo>
                  <a:cubicBezTo>
                    <a:pt x="32250" y="19479"/>
                    <a:pt x="32250" y="19479"/>
                    <a:pt x="32220" y="19509"/>
                  </a:cubicBezTo>
                  <a:cubicBezTo>
                    <a:pt x="32240" y="19499"/>
                    <a:pt x="32250" y="19495"/>
                    <a:pt x="32254" y="19495"/>
                  </a:cubicBezTo>
                  <a:cubicBezTo>
                    <a:pt x="32260" y="19495"/>
                    <a:pt x="32240" y="19509"/>
                    <a:pt x="32220" y="19509"/>
                  </a:cubicBezTo>
                  <a:cubicBezTo>
                    <a:pt x="31642" y="19691"/>
                    <a:pt x="31004" y="19874"/>
                    <a:pt x="30487" y="19935"/>
                  </a:cubicBezTo>
                  <a:cubicBezTo>
                    <a:pt x="30329" y="19952"/>
                    <a:pt x="30171" y="19970"/>
                    <a:pt x="30043" y="19970"/>
                  </a:cubicBezTo>
                  <a:cubicBezTo>
                    <a:pt x="29948" y="19970"/>
                    <a:pt x="29870" y="19960"/>
                    <a:pt x="29819" y="19935"/>
                  </a:cubicBezTo>
                  <a:cubicBezTo>
                    <a:pt x="29727" y="19874"/>
                    <a:pt x="29606" y="19752"/>
                    <a:pt x="29515" y="19600"/>
                  </a:cubicBezTo>
                  <a:cubicBezTo>
                    <a:pt x="29849" y="19479"/>
                    <a:pt x="30153" y="19357"/>
                    <a:pt x="30487" y="19296"/>
                  </a:cubicBezTo>
                  <a:cubicBezTo>
                    <a:pt x="30913" y="19205"/>
                    <a:pt x="31369" y="19114"/>
                    <a:pt x="31612" y="18992"/>
                  </a:cubicBezTo>
                  <a:cubicBezTo>
                    <a:pt x="31612" y="18962"/>
                    <a:pt x="31673" y="18962"/>
                    <a:pt x="31673" y="18931"/>
                  </a:cubicBezTo>
                  <a:cubicBezTo>
                    <a:pt x="31699" y="18853"/>
                    <a:pt x="31634" y="18774"/>
                    <a:pt x="31557" y="18774"/>
                  </a:cubicBezTo>
                  <a:cubicBezTo>
                    <a:pt x="31545" y="18774"/>
                    <a:pt x="31533" y="18775"/>
                    <a:pt x="31521" y="18779"/>
                  </a:cubicBezTo>
                  <a:cubicBezTo>
                    <a:pt x="31186" y="18931"/>
                    <a:pt x="30822" y="18992"/>
                    <a:pt x="30335" y="19083"/>
                  </a:cubicBezTo>
                  <a:cubicBezTo>
                    <a:pt x="30001" y="19175"/>
                    <a:pt x="29697" y="19296"/>
                    <a:pt x="29393" y="19418"/>
                  </a:cubicBezTo>
                  <a:cubicBezTo>
                    <a:pt x="29271" y="19175"/>
                    <a:pt x="29150" y="18931"/>
                    <a:pt x="29028" y="18688"/>
                  </a:cubicBezTo>
                  <a:cubicBezTo>
                    <a:pt x="28785" y="18172"/>
                    <a:pt x="28512" y="17685"/>
                    <a:pt x="28268" y="17169"/>
                  </a:cubicBezTo>
                  <a:cubicBezTo>
                    <a:pt x="27387" y="15345"/>
                    <a:pt x="26505" y="13521"/>
                    <a:pt x="25624" y="11728"/>
                  </a:cubicBezTo>
                  <a:cubicBezTo>
                    <a:pt x="25198" y="10907"/>
                    <a:pt x="24742" y="10117"/>
                    <a:pt x="24287" y="9326"/>
                  </a:cubicBezTo>
                  <a:cubicBezTo>
                    <a:pt x="23861" y="8445"/>
                    <a:pt x="23375" y="7624"/>
                    <a:pt x="22980" y="6773"/>
                  </a:cubicBezTo>
                  <a:cubicBezTo>
                    <a:pt x="22584" y="6013"/>
                    <a:pt x="22372" y="5314"/>
                    <a:pt x="21885" y="4524"/>
                  </a:cubicBezTo>
                  <a:cubicBezTo>
                    <a:pt x="21855" y="4494"/>
                    <a:pt x="21824" y="4494"/>
                    <a:pt x="21794" y="4494"/>
                  </a:cubicBezTo>
                  <a:lnTo>
                    <a:pt x="22159" y="4494"/>
                  </a:lnTo>
                  <a:cubicBezTo>
                    <a:pt x="22341" y="4524"/>
                    <a:pt x="22524" y="4524"/>
                    <a:pt x="22706" y="4554"/>
                  </a:cubicBezTo>
                  <a:cubicBezTo>
                    <a:pt x="22736" y="4554"/>
                    <a:pt x="22767" y="4524"/>
                    <a:pt x="22797" y="4494"/>
                  </a:cubicBezTo>
                  <a:cubicBezTo>
                    <a:pt x="22906" y="4357"/>
                    <a:pt x="22795" y="4246"/>
                    <a:pt x="22662" y="4246"/>
                  </a:cubicBezTo>
                  <a:cubicBezTo>
                    <a:pt x="22646" y="4246"/>
                    <a:pt x="22631" y="4247"/>
                    <a:pt x="22615" y="4250"/>
                  </a:cubicBezTo>
                  <a:cubicBezTo>
                    <a:pt x="21733" y="4190"/>
                    <a:pt x="20882" y="4220"/>
                    <a:pt x="20092" y="4038"/>
                  </a:cubicBezTo>
                  <a:cubicBezTo>
                    <a:pt x="19666" y="3977"/>
                    <a:pt x="19271" y="3794"/>
                    <a:pt x="18876" y="3703"/>
                  </a:cubicBezTo>
                  <a:cubicBezTo>
                    <a:pt x="18755" y="3703"/>
                    <a:pt x="18724" y="3916"/>
                    <a:pt x="18846" y="3946"/>
                  </a:cubicBezTo>
                  <a:cubicBezTo>
                    <a:pt x="19241" y="4098"/>
                    <a:pt x="19666" y="4220"/>
                    <a:pt x="20092" y="4281"/>
                  </a:cubicBezTo>
                  <a:cubicBezTo>
                    <a:pt x="19697" y="4524"/>
                    <a:pt x="19302" y="4767"/>
                    <a:pt x="18937" y="4980"/>
                  </a:cubicBezTo>
                  <a:cubicBezTo>
                    <a:pt x="16110" y="6500"/>
                    <a:pt x="13374" y="7624"/>
                    <a:pt x="10548" y="8962"/>
                  </a:cubicBezTo>
                  <a:cubicBezTo>
                    <a:pt x="9514" y="9418"/>
                    <a:pt x="8542" y="9965"/>
                    <a:pt x="7538" y="10451"/>
                  </a:cubicBezTo>
                  <a:cubicBezTo>
                    <a:pt x="6809" y="10785"/>
                    <a:pt x="5958" y="11029"/>
                    <a:pt x="5137" y="11363"/>
                  </a:cubicBezTo>
                  <a:cubicBezTo>
                    <a:pt x="5016" y="11424"/>
                    <a:pt x="4894" y="11485"/>
                    <a:pt x="4772" y="11515"/>
                  </a:cubicBezTo>
                  <a:cubicBezTo>
                    <a:pt x="4772" y="11515"/>
                    <a:pt x="4772" y="11485"/>
                    <a:pt x="4772" y="11485"/>
                  </a:cubicBezTo>
                  <a:cubicBezTo>
                    <a:pt x="4712" y="11272"/>
                    <a:pt x="4499" y="11029"/>
                    <a:pt x="4377" y="10846"/>
                  </a:cubicBezTo>
                  <a:cubicBezTo>
                    <a:pt x="4134" y="10542"/>
                    <a:pt x="3830" y="10269"/>
                    <a:pt x="3526" y="9995"/>
                  </a:cubicBezTo>
                  <a:cubicBezTo>
                    <a:pt x="3465" y="9965"/>
                    <a:pt x="3374" y="9874"/>
                    <a:pt x="3283" y="9813"/>
                  </a:cubicBezTo>
                  <a:cubicBezTo>
                    <a:pt x="3374" y="9752"/>
                    <a:pt x="3465" y="9661"/>
                    <a:pt x="3557" y="9570"/>
                  </a:cubicBezTo>
                  <a:cubicBezTo>
                    <a:pt x="4529" y="8688"/>
                    <a:pt x="5259" y="8111"/>
                    <a:pt x="6323" y="7381"/>
                  </a:cubicBezTo>
                  <a:cubicBezTo>
                    <a:pt x="7387" y="6591"/>
                    <a:pt x="8511" y="5770"/>
                    <a:pt x="9757" y="4858"/>
                  </a:cubicBezTo>
                  <a:cubicBezTo>
                    <a:pt x="10821" y="4038"/>
                    <a:pt x="11946" y="3095"/>
                    <a:pt x="12949" y="2275"/>
                  </a:cubicBezTo>
                  <a:cubicBezTo>
                    <a:pt x="13587" y="1788"/>
                    <a:pt x="14226" y="1241"/>
                    <a:pt x="14864" y="725"/>
                  </a:cubicBezTo>
                  <a:cubicBezTo>
                    <a:pt x="15077" y="542"/>
                    <a:pt x="15289" y="360"/>
                    <a:pt x="15502" y="177"/>
                  </a:cubicBezTo>
                  <a:cubicBezTo>
                    <a:pt x="15533" y="177"/>
                    <a:pt x="15563" y="147"/>
                    <a:pt x="15563" y="117"/>
                  </a:cubicBezTo>
                  <a:cubicBezTo>
                    <a:pt x="15563" y="51"/>
                    <a:pt x="15500" y="1"/>
                    <a:pt x="1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900073" y="3138245"/>
              <a:ext cx="340871" cy="1197486"/>
            </a:xfrm>
            <a:custGeom>
              <a:avLst/>
              <a:gdLst/>
              <a:ahLst/>
              <a:cxnLst/>
              <a:rect l="l" t="t" r="r" b="b"/>
              <a:pathLst>
                <a:path w="4723" h="16592" extrusionOk="0">
                  <a:moveTo>
                    <a:pt x="155" y="0"/>
                  </a:moveTo>
                  <a:cubicBezTo>
                    <a:pt x="144" y="0"/>
                    <a:pt x="133" y="3"/>
                    <a:pt x="122" y="8"/>
                  </a:cubicBezTo>
                  <a:cubicBezTo>
                    <a:pt x="30" y="8"/>
                    <a:pt x="0" y="99"/>
                    <a:pt x="30" y="160"/>
                  </a:cubicBezTo>
                  <a:cubicBezTo>
                    <a:pt x="426" y="1346"/>
                    <a:pt x="638" y="2926"/>
                    <a:pt x="1064" y="4203"/>
                  </a:cubicBezTo>
                  <a:cubicBezTo>
                    <a:pt x="1337" y="5145"/>
                    <a:pt x="1337" y="5935"/>
                    <a:pt x="1611" y="6847"/>
                  </a:cubicBezTo>
                  <a:cubicBezTo>
                    <a:pt x="1854" y="7577"/>
                    <a:pt x="2097" y="8337"/>
                    <a:pt x="2310" y="9066"/>
                  </a:cubicBezTo>
                  <a:cubicBezTo>
                    <a:pt x="2523" y="9796"/>
                    <a:pt x="2675" y="10525"/>
                    <a:pt x="2827" y="11255"/>
                  </a:cubicBezTo>
                  <a:cubicBezTo>
                    <a:pt x="2979" y="11893"/>
                    <a:pt x="3222" y="12501"/>
                    <a:pt x="3404" y="13139"/>
                  </a:cubicBezTo>
                  <a:cubicBezTo>
                    <a:pt x="3587" y="13899"/>
                    <a:pt x="3769" y="14629"/>
                    <a:pt x="3982" y="15358"/>
                  </a:cubicBezTo>
                  <a:cubicBezTo>
                    <a:pt x="4103" y="15784"/>
                    <a:pt x="4286" y="16209"/>
                    <a:pt x="4407" y="16483"/>
                  </a:cubicBezTo>
                  <a:cubicBezTo>
                    <a:pt x="4438" y="16513"/>
                    <a:pt x="4438" y="16513"/>
                    <a:pt x="4438" y="16543"/>
                  </a:cubicBezTo>
                  <a:lnTo>
                    <a:pt x="4438" y="16513"/>
                  </a:lnTo>
                  <a:cubicBezTo>
                    <a:pt x="4476" y="16570"/>
                    <a:pt x="4519" y="16591"/>
                    <a:pt x="4559" y="16591"/>
                  </a:cubicBezTo>
                  <a:cubicBezTo>
                    <a:pt x="4649" y="16591"/>
                    <a:pt x="4723" y="16485"/>
                    <a:pt x="4681" y="16422"/>
                  </a:cubicBezTo>
                  <a:cubicBezTo>
                    <a:pt x="4620" y="16179"/>
                    <a:pt x="4438" y="15753"/>
                    <a:pt x="4347" y="15388"/>
                  </a:cubicBezTo>
                  <a:cubicBezTo>
                    <a:pt x="4073" y="14568"/>
                    <a:pt x="3860" y="13717"/>
                    <a:pt x="3587" y="12866"/>
                  </a:cubicBezTo>
                  <a:cubicBezTo>
                    <a:pt x="3435" y="12288"/>
                    <a:pt x="3252" y="11741"/>
                    <a:pt x="3100" y="11163"/>
                  </a:cubicBezTo>
                  <a:cubicBezTo>
                    <a:pt x="2857" y="10160"/>
                    <a:pt x="2644" y="9127"/>
                    <a:pt x="2341" y="8124"/>
                  </a:cubicBezTo>
                  <a:cubicBezTo>
                    <a:pt x="2158" y="7455"/>
                    <a:pt x="1915" y="6817"/>
                    <a:pt x="1763" y="6148"/>
                  </a:cubicBezTo>
                  <a:cubicBezTo>
                    <a:pt x="1581" y="5236"/>
                    <a:pt x="1368" y="4324"/>
                    <a:pt x="1064" y="3443"/>
                  </a:cubicBezTo>
                  <a:cubicBezTo>
                    <a:pt x="699" y="2349"/>
                    <a:pt x="578" y="1194"/>
                    <a:pt x="243" y="99"/>
                  </a:cubicBezTo>
                  <a:cubicBezTo>
                    <a:pt x="243" y="50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456929" y="2287681"/>
              <a:ext cx="924818" cy="285226"/>
            </a:xfrm>
            <a:custGeom>
              <a:avLst/>
              <a:gdLst/>
              <a:ahLst/>
              <a:cxnLst/>
              <a:rect l="l" t="t" r="r" b="b"/>
              <a:pathLst>
                <a:path w="12814" h="3952" extrusionOk="0">
                  <a:moveTo>
                    <a:pt x="10912" y="425"/>
                  </a:moveTo>
                  <a:cubicBezTo>
                    <a:pt x="10943" y="456"/>
                    <a:pt x="10943" y="456"/>
                    <a:pt x="10943" y="486"/>
                  </a:cubicBezTo>
                  <a:cubicBezTo>
                    <a:pt x="10973" y="486"/>
                    <a:pt x="10973" y="516"/>
                    <a:pt x="10973" y="516"/>
                  </a:cubicBezTo>
                  <a:cubicBezTo>
                    <a:pt x="11034" y="608"/>
                    <a:pt x="11064" y="790"/>
                    <a:pt x="11064" y="972"/>
                  </a:cubicBezTo>
                  <a:cubicBezTo>
                    <a:pt x="11034" y="1033"/>
                    <a:pt x="11003" y="1124"/>
                    <a:pt x="11003" y="1216"/>
                  </a:cubicBezTo>
                  <a:cubicBezTo>
                    <a:pt x="10943" y="1094"/>
                    <a:pt x="10912" y="943"/>
                    <a:pt x="10852" y="761"/>
                  </a:cubicBezTo>
                  <a:lnTo>
                    <a:pt x="10852" y="761"/>
                  </a:lnTo>
                  <a:cubicBezTo>
                    <a:pt x="10853" y="706"/>
                    <a:pt x="10859" y="509"/>
                    <a:pt x="10882" y="486"/>
                  </a:cubicBezTo>
                  <a:cubicBezTo>
                    <a:pt x="10882" y="486"/>
                    <a:pt x="10882" y="456"/>
                    <a:pt x="10912" y="425"/>
                  </a:cubicBezTo>
                  <a:close/>
                  <a:moveTo>
                    <a:pt x="11885" y="334"/>
                  </a:moveTo>
                  <a:cubicBezTo>
                    <a:pt x="11915" y="486"/>
                    <a:pt x="11885" y="456"/>
                    <a:pt x="11854" y="577"/>
                  </a:cubicBezTo>
                  <a:cubicBezTo>
                    <a:pt x="11824" y="729"/>
                    <a:pt x="11733" y="851"/>
                    <a:pt x="11611" y="1003"/>
                  </a:cubicBezTo>
                  <a:cubicBezTo>
                    <a:pt x="11520" y="1094"/>
                    <a:pt x="11459" y="1155"/>
                    <a:pt x="11368" y="1216"/>
                  </a:cubicBezTo>
                  <a:cubicBezTo>
                    <a:pt x="11429" y="972"/>
                    <a:pt x="11520" y="851"/>
                    <a:pt x="11702" y="547"/>
                  </a:cubicBezTo>
                  <a:cubicBezTo>
                    <a:pt x="11733" y="501"/>
                    <a:pt x="11733" y="501"/>
                    <a:pt x="11737" y="501"/>
                  </a:cubicBezTo>
                  <a:cubicBezTo>
                    <a:pt x="11740" y="501"/>
                    <a:pt x="11748" y="501"/>
                    <a:pt x="11794" y="456"/>
                  </a:cubicBezTo>
                  <a:cubicBezTo>
                    <a:pt x="11824" y="395"/>
                    <a:pt x="11794" y="425"/>
                    <a:pt x="11854" y="364"/>
                  </a:cubicBezTo>
                  <a:cubicBezTo>
                    <a:pt x="11854" y="364"/>
                    <a:pt x="11854" y="334"/>
                    <a:pt x="11854" y="334"/>
                  </a:cubicBezTo>
                  <a:close/>
                  <a:moveTo>
                    <a:pt x="12158" y="1064"/>
                  </a:moveTo>
                  <a:cubicBezTo>
                    <a:pt x="12098" y="1155"/>
                    <a:pt x="11824" y="1398"/>
                    <a:pt x="11733" y="1459"/>
                  </a:cubicBezTo>
                  <a:cubicBezTo>
                    <a:pt x="11763" y="1428"/>
                    <a:pt x="11794" y="1398"/>
                    <a:pt x="11824" y="1368"/>
                  </a:cubicBezTo>
                  <a:cubicBezTo>
                    <a:pt x="11946" y="1246"/>
                    <a:pt x="12037" y="1155"/>
                    <a:pt x="12098" y="1094"/>
                  </a:cubicBezTo>
                  <a:cubicBezTo>
                    <a:pt x="12128" y="1094"/>
                    <a:pt x="12158" y="1064"/>
                    <a:pt x="12158" y="1064"/>
                  </a:cubicBezTo>
                  <a:close/>
                  <a:moveTo>
                    <a:pt x="11932" y="1"/>
                  </a:moveTo>
                  <a:cubicBezTo>
                    <a:pt x="11868" y="1"/>
                    <a:pt x="11791" y="19"/>
                    <a:pt x="11702" y="61"/>
                  </a:cubicBezTo>
                  <a:cubicBezTo>
                    <a:pt x="11550" y="152"/>
                    <a:pt x="11429" y="304"/>
                    <a:pt x="11307" y="486"/>
                  </a:cubicBezTo>
                  <a:cubicBezTo>
                    <a:pt x="11247" y="304"/>
                    <a:pt x="11125" y="152"/>
                    <a:pt x="10973" y="121"/>
                  </a:cubicBezTo>
                  <a:cubicBezTo>
                    <a:pt x="10928" y="105"/>
                    <a:pt x="10886" y="97"/>
                    <a:pt x="10848" y="97"/>
                  </a:cubicBezTo>
                  <a:cubicBezTo>
                    <a:pt x="10608" y="97"/>
                    <a:pt x="10517" y="402"/>
                    <a:pt x="10517" y="638"/>
                  </a:cubicBezTo>
                  <a:cubicBezTo>
                    <a:pt x="10487" y="820"/>
                    <a:pt x="10669" y="1337"/>
                    <a:pt x="10699" y="1337"/>
                  </a:cubicBezTo>
                  <a:cubicBezTo>
                    <a:pt x="10760" y="1459"/>
                    <a:pt x="10791" y="1580"/>
                    <a:pt x="10821" y="1702"/>
                  </a:cubicBezTo>
                  <a:cubicBezTo>
                    <a:pt x="10608" y="1915"/>
                    <a:pt x="10426" y="2036"/>
                    <a:pt x="10122" y="2249"/>
                  </a:cubicBezTo>
                  <a:cubicBezTo>
                    <a:pt x="9484" y="2705"/>
                    <a:pt x="8936" y="2887"/>
                    <a:pt x="8237" y="3130"/>
                  </a:cubicBezTo>
                  <a:cubicBezTo>
                    <a:pt x="7414" y="3460"/>
                    <a:pt x="6739" y="3591"/>
                    <a:pt x="5900" y="3591"/>
                  </a:cubicBezTo>
                  <a:cubicBezTo>
                    <a:pt x="5810" y="3591"/>
                    <a:pt x="5718" y="3589"/>
                    <a:pt x="5623" y="3586"/>
                  </a:cubicBezTo>
                  <a:cubicBezTo>
                    <a:pt x="5334" y="3601"/>
                    <a:pt x="5054" y="3611"/>
                    <a:pt x="4780" y="3611"/>
                  </a:cubicBezTo>
                  <a:cubicBezTo>
                    <a:pt x="3930" y="3611"/>
                    <a:pt x="3137" y="3520"/>
                    <a:pt x="2310" y="3222"/>
                  </a:cubicBezTo>
                  <a:cubicBezTo>
                    <a:pt x="1824" y="3070"/>
                    <a:pt x="1186" y="2675"/>
                    <a:pt x="638" y="2340"/>
                  </a:cubicBezTo>
                  <a:cubicBezTo>
                    <a:pt x="486" y="2249"/>
                    <a:pt x="304" y="2036"/>
                    <a:pt x="122" y="2036"/>
                  </a:cubicBezTo>
                  <a:cubicBezTo>
                    <a:pt x="0" y="2067"/>
                    <a:pt x="0" y="2219"/>
                    <a:pt x="91" y="2279"/>
                  </a:cubicBezTo>
                  <a:cubicBezTo>
                    <a:pt x="730" y="2705"/>
                    <a:pt x="1368" y="3161"/>
                    <a:pt x="2097" y="3465"/>
                  </a:cubicBezTo>
                  <a:cubicBezTo>
                    <a:pt x="2905" y="3771"/>
                    <a:pt x="3790" y="3925"/>
                    <a:pt x="4681" y="3925"/>
                  </a:cubicBezTo>
                  <a:cubicBezTo>
                    <a:pt x="4762" y="3925"/>
                    <a:pt x="4843" y="3923"/>
                    <a:pt x="4924" y="3921"/>
                  </a:cubicBezTo>
                  <a:cubicBezTo>
                    <a:pt x="5654" y="3890"/>
                    <a:pt x="6383" y="3951"/>
                    <a:pt x="7113" y="3799"/>
                  </a:cubicBezTo>
                  <a:cubicBezTo>
                    <a:pt x="8237" y="3526"/>
                    <a:pt x="9362" y="3161"/>
                    <a:pt x="10304" y="2523"/>
                  </a:cubicBezTo>
                  <a:cubicBezTo>
                    <a:pt x="10608" y="2310"/>
                    <a:pt x="10851" y="2127"/>
                    <a:pt x="11125" y="1854"/>
                  </a:cubicBezTo>
                  <a:cubicBezTo>
                    <a:pt x="11155" y="1884"/>
                    <a:pt x="11155" y="1884"/>
                    <a:pt x="11186" y="1884"/>
                  </a:cubicBezTo>
                  <a:cubicBezTo>
                    <a:pt x="11095" y="1915"/>
                    <a:pt x="11003" y="2036"/>
                    <a:pt x="11064" y="2127"/>
                  </a:cubicBezTo>
                  <a:cubicBezTo>
                    <a:pt x="11133" y="2333"/>
                    <a:pt x="11338" y="2384"/>
                    <a:pt x="11526" y="2384"/>
                  </a:cubicBezTo>
                  <a:cubicBezTo>
                    <a:pt x="11588" y="2384"/>
                    <a:pt x="11649" y="2378"/>
                    <a:pt x="11702" y="2371"/>
                  </a:cubicBezTo>
                  <a:cubicBezTo>
                    <a:pt x="11885" y="2340"/>
                    <a:pt x="12037" y="2279"/>
                    <a:pt x="12189" y="2219"/>
                  </a:cubicBezTo>
                  <a:cubicBezTo>
                    <a:pt x="12310" y="2127"/>
                    <a:pt x="12462" y="2036"/>
                    <a:pt x="12554" y="1915"/>
                  </a:cubicBezTo>
                  <a:cubicBezTo>
                    <a:pt x="12813" y="1626"/>
                    <a:pt x="12690" y="1365"/>
                    <a:pt x="12469" y="1365"/>
                  </a:cubicBezTo>
                  <a:cubicBezTo>
                    <a:pt x="12457" y="1365"/>
                    <a:pt x="12444" y="1366"/>
                    <a:pt x="12432" y="1368"/>
                  </a:cubicBezTo>
                  <a:cubicBezTo>
                    <a:pt x="12493" y="1276"/>
                    <a:pt x="12584" y="1155"/>
                    <a:pt x="12614" y="1064"/>
                  </a:cubicBezTo>
                  <a:cubicBezTo>
                    <a:pt x="12761" y="820"/>
                    <a:pt x="12672" y="517"/>
                    <a:pt x="12443" y="517"/>
                  </a:cubicBezTo>
                  <a:cubicBezTo>
                    <a:pt x="12386" y="517"/>
                    <a:pt x="12322" y="535"/>
                    <a:pt x="12250" y="577"/>
                  </a:cubicBezTo>
                  <a:cubicBezTo>
                    <a:pt x="12250" y="577"/>
                    <a:pt x="12219" y="608"/>
                    <a:pt x="12219" y="608"/>
                  </a:cubicBezTo>
                  <a:cubicBezTo>
                    <a:pt x="12268" y="314"/>
                    <a:pt x="12199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459416" y="1383130"/>
              <a:ext cx="138283" cy="194144"/>
            </a:xfrm>
            <a:custGeom>
              <a:avLst/>
              <a:gdLst/>
              <a:ahLst/>
              <a:cxnLst/>
              <a:rect l="l" t="t" r="r" b="b"/>
              <a:pathLst>
                <a:path w="1916" h="2690" extrusionOk="0">
                  <a:moveTo>
                    <a:pt x="486" y="761"/>
                  </a:moveTo>
                  <a:cubicBezTo>
                    <a:pt x="567" y="827"/>
                    <a:pt x="646" y="938"/>
                    <a:pt x="700" y="1074"/>
                  </a:cubicBezTo>
                  <a:cubicBezTo>
                    <a:pt x="700" y="1104"/>
                    <a:pt x="700" y="1134"/>
                    <a:pt x="730" y="1165"/>
                  </a:cubicBezTo>
                  <a:cubicBezTo>
                    <a:pt x="700" y="1134"/>
                    <a:pt x="700" y="1104"/>
                    <a:pt x="670" y="1074"/>
                  </a:cubicBezTo>
                  <a:cubicBezTo>
                    <a:pt x="609" y="1013"/>
                    <a:pt x="548" y="861"/>
                    <a:pt x="487" y="770"/>
                  </a:cubicBezTo>
                  <a:cubicBezTo>
                    <a:pt x="487" y="766"/>
                    <a:pt x="487" y="764"/>
                    <a:pt x="486" y="761"/>
                  </a:cubicBezTo>
                  <a:close/>
                  <a:moveTo>
                    <a:pt x="305" y="1742"/>
                  </a:moveTo>
                  <a:cubicBezTo>
                    <a:pt x="335" y="1742"/>
                    <a:pt x="396" y="1773"/>
                    <a:pt x="427" y="1803"/>
                  </a:cubicBezTo>
                  <a:cubicBezTo>
                    <a:pt x="427" y="1803"/>
                    <a:pt x="427" y="1834"/>
                    <a:pt x="427" y="1834"/>
                  </a:cubicBezTo>
                  <a:cubicBezTo>
                    <a:pt x="457" y="1894"/>
                    <a:pt x="487" y="1985"/>
                    <a:pt x="518" y="2046"/>
                  </a:cubicBezTo>
                  <a:lnTo>
                    <a:pt x="487" y="2046"/>
                  </a:lnTo>
                  <a:cubicBezTo>
                    <a:pt x="427" y="1925"/>
                    <a:pt x="335" y="1834"/>
                    <a:pt x="305" y="1742"/>
                  </a:cubicBezTo>
                  <a:close/>
                  <a:moveTo>
                    <a:pt x="813" y="0"/>
                  </a:moveTo>
                  <a:cubicBezTo>
                    <a:pt x="737" y="0"/>
                    <a:pt x="662" y="30"/>
                    <a:pt x="609" y="101"/>
                  </a:cubicBezTo>
                  <a:cubicBezTo>
                    <a:pt x="578" y="223"/>
                    <a:pt x="578" y="314"/>
                    <a:pt x="578" y="435"/>
                  </a:cubicBezTo>
                  <a:cubicBezTo>
                    <a:pt x="509" y="380"/>
                    <a:pt x="433" y="343"/>
                    <a:pt x="362" y="343"/>
                  </a:cubicBezTo>
                  <a:cubicBezTo>
                    <a:pt x="279" y="343"/>
                    <a:pt x="202" y="395"/>
                    <a:pt x="153" y="526"/>
                  </a:cubicBezTo>
                  <a:cubicBezTo>
                    <a:pt x="153" y="587"/>
                    <a:pt x="153" y="678"/>
                    <a:pt x="153" y="770"/>
                  </a:cubicBezTo>
                  <a:cubicBezTo>
                    <a:pt x="129" y="841"/>
                    <a:pt x="143" y="950"/>
                    <a:pt x="150" y="950"/>
                  </a:cubicBezTo>
                  <a:cubicBezTo>
                    <a:pt x="152" y="950"/>
                    <a:pt x="153" y="941"/>
                    <a:pt x="153" y="922"/>
                  </a:cubicBezTo>
                  <a:cubicBezTo>
                    <a:pt x="153" y="952"/>
                    <a:pt x="153" y="982"/>
                    <a:pt x="153" y="982"/>
                  </a:cubicBezTo>
                  <a:cubicBezTo>
                    <a:pt x="183" y="1074"/>
                    <a:pt x="214" y="1134"/>
                    <a:pt x="244" y="1226"/>
                  </a:cubicBezTo>
                  <a:cubicBezTo>
                    <a:pt x="275" y="1286"/>
                    <a:pt x="275" y="1378"/>
                    <a:pt x="305" y="1438"/>
                  </a:cubicBezTo>
                  <a:cubicBezTo>
                    <a:pt x="305" y="1469"/>
                    <a:pt x="305" y="1469"/>
                    <a:pt x="305" y="1469"/>
                  </a:cubicBezTo>
                  <a:cubicBezTo>
                    <a:pt x="289" y="1465"/>
                    <a:pt x="272" y="1463"/>
                    <a:pt x="255" y="1463"/>
                  </a:cubicBezTo>
                  <a:cubicBezTo>
                    <a:pt x="139" y="1463"/>
                    <a:pt x="1" y="1549"/>
                    <a:pt x="1" y="1682"/>
                  </a:cubicBezTo>
                  <a:cubicBezTo>
                    <a:pt x="1" y="1773"/>
                    <a:pt x="62" y="1864"/>
                    <a:pt x="92" y="1925"/>
                  </a:cubicBezTo>
                  <a:cubicBezTo>
                    <a:pt x="62" y="1985"/>
                    <a:pt x="31" y="2016"/>
                    <a:pt x="31" y="2077"/>
                  </a:cubicBezTo>
                  <a:cubicBezTo>
                    <a:pt x="31" y="2229"/>
                    <a:pt x="214" y="2350"/>
                    <a:pt x="396" y="2411"/>
                  </a:cubicBezTo>
                  <a:cubicBezTo>
                    <a:pt x="457" y="2533"/>
                    <a:pt x="548" y="2624"/>
                    <a:pt x="639" y="2685"/>
                  </a:cubicBezTo>
                  <a:cubicBezTo>
                    <a:pt x="652" y="2688"/>
                    <a:pt x="665" y="2689"/>
                    <a:pt x="677" y="2689"/>
                  </a:cubicBezTo>
                  <a:cubicBezTo>
                    <a:pt x="779" y="2689"/>
                    <a:pt x="846" y="2584"/>
                    <a:pt x="791" y="2502"/>
                  </a:cubicBezTo>
                  <a:cubicBezTo>
                    <a:pt x="791" y="2472"/>
                    <a:pt x="761" y="2472"/>
                    <a:pt x="761" y="2441"/>
                  </a:cubicBezTo>
                  <a:cubicBezTo>
                    <a:pt x="791" y="2441"/>
                    <a:pt x="852" y="2411"/>
                    <a:pt x="882" y="2381"/>
                  </a:cubicBezTo>
                  <a:cubicBezTo>
                    <a:pt x="943" y="2350"/>
                    <a:pt x="1004" y="2350"/>
                    <a:pt x="1065" y="2320"/>
                  </a:cubicBezTo>
                  <a:cubicBezTo>
                    <a:pt x="1217" y="2259"/>
                    <a:pt x="1430" y="2046"/>
                    <a:pt x="1612" y="1834"/>
                  </a:cubicBezTo>
                  <a:cubicBezTo>
                    <a:pt x="1794" y="1621"/>
                    <a:pt x="1916" y="1195"/>
                    <a:pt x="1855" y="770"/>
                  </a:cubicBezTo>
                  <a:cubicBezTo>
                    <a:pt x="1794" y="496"/>
                    <a:pt x="1794" y="344"/>
                    <a:pt x="1521" y="131"/>
                  </a:cubicBezTo>
                  <a:cubicBezTo>
                    <a:pt x="1480" y="91"/>
                    <a:pt x="1436" y="74"/>
                    <a:pt x="1394" y="74"/>
                  </a:cubicBezTo>
                  <a:cubicBezTo>
                    <a:pt x="1308" y="74"/>
                    <a:pt x="1227" y="141"/>
                    <a:pt x="1186" y="223"/>
                  </a:cubicBezTo>
                  <a:cubicBezTo>
                    <a:pt x="1126" y="162"/>
                    <a:pt x="1065" y="101"/>
                    <a:pt x="974" y="40"/>
                  </a:cubicBezTo>
                  <a:cubicBezTo>
                    <a:pt x="923" y="15"/>
                    <a:pt x="868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36"/>
          <p:cNvSpPr/>
          <p:nvPr/>
        </p:nvSpPr>
        <p:spPr>
          <a:xfrm>
            <a:off x="2077575" y="-387087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36"/>
          <p:cNvGrpSpPr/>
          <p:nvPr/>
        </p:nvGrpSpPr>
        <p:grpSpPr>
          <a:xfrm rot="-716261">
            <a:off x="6473350" y="2342683"/>
            <a:ext cx="2158535" cy="4418383"/>
            <a:chOff x="6377275" y="1999068"/>
            <a:chExt cx="2241406" cy="4588015"/>
          </a:xfrm>
        </p:grpSpPr>
        <p:sp>
          <p:nvSpPr>
            <p:cNvPr id="659" name="Google Shape;659;p36"/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6"/>
          <p:cNvGrpSpPr/>
          <p:nvPr/>
        </p:nvGrpSpPr>
        <p:grpSpPr>
          <a:xfrm rot="1166325">
            <a:off x="2794914" y="2830840"/>
            <a:ext cx="349450" cy="344610"/>
            <a:chOff x="588850" y="618775"/>
            <a:chExt cx="703975" cy="694225"/>
          </a:xfrm>
        </p:grpSpPr>
        <p:sp>
          <p:nvSpPr>
            <p:cNvPr id="693" name="Google Shape;693;p3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6"/>
          <p:cNvGrpSpPr/>
          <p:nvPr/>
        </p:nvGrpSpPr>
        <p:grpSpPr>
          <a:xfrm>
            <a:off x="2456625" y="3279125"/>
            <a:ext cx="175100" cy="143475"/>
            <a:chOff x="1808250" y="1643825"/>
            <a:chExt cx="175100" cy="143475"/>
          </a:xfrm>
        </p:grpSpPr>
        <p:sp>
          <p:nvSpPr>
            <p:cNvPr id="696" name="Google Shape;696;p3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36"/>
          <p:cNvGrpSpPr/>
          <p:nvPr/>
        </p:nvGrpSpPr>
        <p:grpSpPr>
          <a:xfrm>
            <a:off x="6007025" y="2947850"/>
            <a:ext cx="420575" cy="596000"/>
            <a:chOff x="6007025" y="2947850"/>
            <a:chExt cx="420575" cy="596000"/>
          </a:xfrm>
        </p:grpSpPr>
        <p:grpSp>
          <p:nvGrpSpPr>
            <p:cNvPr id="699" name="Google Shape;699;p36"/>
            <p:cNvGrpSpPr/>
            <p:nvPr/>
          </p:nvGrpSpPr>
          <p:grpSpPr>
            <a:xfrm>
              <a:off x="6007025" y="3372300"/>
              <a:ext cx="193200" cy="171550"/>
              <a:chOff x="1141700" y="1345000"/>
              <a:chExt cx="193200" cy="171550"/>
            </a:xfrm>
          </p:grpSpPr>
          <p:sp>
            <p:nvSpPr>
              <p:cNvPr id="700" name="Google Shape;700;p36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36"/>
            <p:cNvGrpSpPr/>
            <p:nvPr/>
          </p:nvGrpSpPr>
          <p:grpSpPr>
            <a:xfrm>
              <a:off x="6162350" y="2947850"/>
              <a:ext cx="265250" cy="244300"/>
              <a:chOff x="1139600" y="850250"/>
              <a:chExt cx="265250" cy="244300"/>
            </a:xfrm>
          </p:grpSpPr>
          <p:sp>
            <p:nvSpPr>
              <p:cNvPr id="703" name="Google Shape;703;p36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7"/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/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 복습</a:t>
            </a:r>
            <a:endParaRPr dirty="0"/>
          </a:p>
        </p:txBody>
      </p:sp>
      <p:grpSp>
        <p:nvGrpSpPr>
          <p:cNvPr id="720" name="Google Shape;720;p37"/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2D8691-39C1-B113-4B5F-006F0BFA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550" y="1392441"/>
            <a:ext cx="5942847" cy="2201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B5C271-CDD8-3A6E-81F4-FB569018B8DD}"/>
              </a:ext>
            </a:extLst>
          </p:cNvPr>
          <p:cNvSpPr txBox="1"/>
          <p:nvPr/>
        </p:nvSpPr>
        <p:spPr>
          <a:xfrm>
            <a:off x="672298" y="3696438"/>
            <a:ext cx="7799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len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length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줄임 말로 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길이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뜻 이에요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53"/>
          <p:cNvSpPr/>
          <p:nvPr/>
        </p:nvSpPr>
        <p:spPr>
          <a:xfrm rot="-9985301" flipH="1">
            <a:off x="-352188" y="1172172"/>
            <a:ext cx="1784272" cy="12962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7" name="Google Shape;1807;p53"/>
          <p:cNvGrpSpPr/>
          <p:nvPr/>
        </p:nvGrpSpPr>
        <p:grpSpPr>
          <a:xfrm>
            <a:off x="1301850" y="1734500"/>
            <a:ext cx="193200" cy="171550"/>
            <a:chOff x="1141700" y="1345000"/>
            <a:chExt cx="193200" cy="171550"/>
          </a:xfrm>
        </p:grpSpPr>
        <p:sp>
          <p:nvSpPr>
            <p:cNvPr id="1808" name="Google Shape;1808;p53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53"/>
          <p:cNvGrpSpPr/>
          <p:nvPr/>
        </p:nvGrpSpPr>
        <p:grpSpPr>
          <a:xfrm>
            <a:off x="8345827" y="4415045"/>
            <a:ext cx="798173" cy="513935"/>
            <a:chOff x="973902" y="457334"/>
            <a:chExt cx="798173" cy="513935"/>
          </a:xfrm>
        </p:grpSpPr>
        <p:grpSp>
          <p:nvGrpSpPr>
            <p:cNvPr id="1811" name="Google Shape;1811;p53"/>
            <p:cNvGrpSpPr/>
            <p:nvPr/>
          </p:nvGrpSpPr>
          <p:grpSpPr>
            <a:xfrm>
              <a:off x="973902" y="457334"/>
              <a:ext cx="521153" cy="513935"/>
              <a:chOff x="588850" y="618775"/>
              <a:chExt cx="703975" cy="694225"/>
            </a:xfrm>
          </p:grpSpPr>
          <p:sp>
            <p:nvSpPr>
              <p:cNvPr id="1812" name="Google Shape;1812;p53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3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4" name="Google Shape;1814;p53"/>
            <p:cNvGrpSpPr/>
            <p:nvPr/>
          </p:nvGrpSpPr>
          <p:grpSpPr>
            <a:xfrm>
              <a:off x="1596975" y="720238"/>
              <a:ext cx="175100" cy="143475"/>
              <a:chOff x="1808250" y="1643825"/>
              <a:chExt cx="175100" cy="143475"/>
            </a:xfrm>
          </p:grpSpPr>
          <p:sp>
            <p:nvSpPr>
              <p:cNvPr id="1815" name="Google Shape;1815;p53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3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8E34E7-4A06-9D5F-14D3-1B7D233C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92" y="555285"/>
            <a:ext cx="5002595" cy="4032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1BF5AE-DAA0-B110-EF3E-CB543E313D37}"/>
              </a:ext>
            </a:extLst>
          </p:cNvPr>
          <p:cNvSpPr txBox="1"/>
          <p:nvPr/>
        </p:nvSpPr>
        <p:spPr>
          <a:xfrm>
            <a:off x="5453605" y="1017477"/>
            <a:ext cx="314122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60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점이 넘으면 합격하는 상황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점수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리스트에 있는 점수들을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하나하나 직접 비교하면서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합격인지 아닌지를 출력하는 코드예요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직접 비교하는 코드를 매우 간결하게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줄일 수 있는데 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F6D085FD-A379-4512-533F-6697DECB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083524D3-268C-BFAB-41AA-9CD971401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BC835A49-6B70-CCEE-E1AD-6ABC81B301C4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6E8ECFEC-0B2B-C34D-1EF1-1BE808AECAEE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E7A76EE5-B288-49A5-52C6-76A2B461A3CB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8645515-B5B5-F735-41AF-C19C8F40903A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770BBA10-D9FF-A926-DC92-8CDC3106E219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77B2152D-15BD-E1D4-4BFD-D96D7A4F10CE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D2785D6A-4A6C-675C-341D-CC832393AA1B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238D0FCE-FD79-D3F5-7E82-15DF59052E78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8A944B3B-1DAE-563C-4891-DC10EBD48B0F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234BB96A-B33A-9B98-D102-8CE765596DB2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05053EF-BD36-C021-E015-BD8BF73E0993}"/>
              </a:ext>
            </a:extLst>
          </p:cNvPr>
          <p:cNvSpPr txBox="1"/>
          <p:nvPr/>
        </p:nvSpPr>
        <p:spPr>
          <a:xfrm>
            <a:off x="5479805" y="2094696"/>
            <a:ext cx="314122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이전의 그 긴 </a:t>
            </a:r>
            <a:r>
              <a:rPr lang="en-US" altLang="ko-KR" dirty="0">
                <a:solidFill>
                  <a:srgbClr val="004F8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if</a:t>
            </a:r>
            <a:r>
              <a:rPr lang="ko-KR" altLang="en-US" dirty="0">
                <a:solidFill>
                  <a:srgbClr val="004F8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</a:t>
            </a:r>
            <a:r>
              <a:rPr lang="en-US" altLang="ko-KR" dirty="0">
                <a:solidFill>
                  <a:srgbClr val="004F8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 </a:t>
            </a:r>
            <a:r>
              <a:rPr lang="ko-KR" altLang="en-US" dirty="0">
                <a:solidFill>
                  <a:srgbClr val="004F8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반복문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이용하여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매우 간결하게 정리할 수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A7CCD8-9532-24CD-55F4-EB12725C1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60" y="1579091"/>
            <a:ext cx="4944165" cy="235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2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def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함수 복습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/>
          <p:cNvGrpSpPr/>
          <p:nvPr/>
        </p:nvGrpSpPr>
        <p:grpSpPr>
          <a:xfrm>
            <a:off x="7816221" y="3746342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/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/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/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/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7535ADC-C012-7F46-6C37-BA6ADF0D0AA9}"/>
              </a:ext>
            </a:extLst>
          </p:cNvPr>
          <p:cNvSpPr txBox="1"/>
          <p:nvPr/>
        </p:nvSpPr>
        <p:spPr>
          <a:xfrm>
            <a:off x="2337954" y="3128409"/>
            <a:ext cx="4468041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인사하기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함수를 만들었어요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함수는 실행했을 때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print(“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안녕하세요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~”)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출력하는 능력을 가졌어요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 함수를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두 번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실행했으니 출력도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두 번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D1B96-47B6-18C4-724C-9D1CDBE6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650" y="1309884"/>
            <a:ext cx="5086700" cy="1690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ACE17CBD-038C-CF95-EE3E-019242B4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A3B56C7D-45A2-834F-0806-DEB855C9D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다른 </a:t>
            </a:r>
            <a:r>
              <a:rPr lang="en-US" altLang="ko-KR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def 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함수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3E7667F4-F01A-11C3-E796-D315EA136F7D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1E4377E-B286-4100-D0F0-7A3F4E658671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FFBE28C0-23CE-8FD9-E3EB-07B0A9BF580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90CD5652-B699-DE99-16E3-EBCD44191EA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A84213ED-BA08-D483-D2E6-B4ACA9981731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F939526-6843-EE90-52E5-78C24BBC8F18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24DF728F-B088-3081-6EBD-5FEB06FE1AE3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0A27603C-59DB-B070-70AC-78E42F7933ED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D19F3C29-DB06-A7D6-E273-625A7AA80D09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71532A6D-91B6-D09C-3798-FECCACD6EA5E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CF448A9-41CE-8E51-81AC-4CF70EAB46C7}"/>
              </a:ext>
            </a:extLst>
          </p:cNvPr>
          <p:cNvSpPr txBox="1"/>
          <p:nvPr/>
        </p:nvSpPr>
        <p:spPr>
          <a:xfrm>
            <a:off x="672298" y="3291699"/>
            <a:ext cx="779935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이번엔 </a:t>
            </a:r>
            <a:r>
              <a:rPr lang="ko-KR" altLang="en-US" sz="1800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sz="1800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return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모두 있는 예제예요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18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18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숫자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상자 안에 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수를 넣으면</a:t>
            </a:r>
            <a:endParaRPr lang="en-US" altLang="ko-KR" sz="18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18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두배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함수 안에서 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곱하고 그 값을 돌려줘요</a:t>
            </a:r>
            <a:r>
              <a:rPr lang="en-US" altLang="ko-KR" sz="18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8924AE-3426-DC9B-69F8-AD862914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942" y="1138925"/>
            <a:ext cx="2944063" cy="215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3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>
          <a:extLst>
            <a:ext uri="{FF2B5EF4-FFF2-40B4-BE49-F238E27FC236}">
              <a16:creationId xmlns:a16="http://schemas.microsoft.com/office/drawing/2014/main" id="{FC8B7981-2622-6E2A-07BB-7EDB5AD4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>
            <a:extLst>
              <a:ext uri="{FF2B5EF4-FFF2-40B4-BE49-F238E27FC236}">
                <a16:creationId xmlns:a16="http://schemas.microsoft.com/office/drawing/2014/main" id="{4539DF8B-4AA4-42F0-15BE-F8F52FDDF8F4}"/>
              </a:ext>
            </a:extLst>
          </p:cNvPr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>
            <a:extLst>
              <a:ext uri="{FF2B5EF4-FFF2-40B4-BE49-F238E27FC236}">
                <a16:creationId xmlns:a16="http://schemas.microsoft.com/office/drawing/2014/main" id="{60875BDC-0F59-BFA5-4CA4-67405AB6E895}"/>
              </a:ext>
            </a:extLst>
          </p:cNvPr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>
              <a:extLst>
                <a:ext uri="{FF2B5EF4-FFF2-40B4-BE49-F238E27FC236}">
                  <a16:creationId xmlns:a16="http://schemas.microsoft.com/office/drawing/2014/main" id="{5243DF7F-83F7-6C1A-A722-4DBC8B99A0EA}"/>
                </a:ext>
              </a:extLst>
            </p:cNvPr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5271B9F8-53BC-FD8A-D06C-9F789C928BB3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4DFEDAC9-5DB4-F90F-C229-985F5A1406F7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>
              <a:extLst>
                <a:ext uri="{FF2B5EF4-FFF2-40B4-BE49-F238E27FC236}">
                  <a16:creationId xmlns:a16="http://schemas.microsoft.com/office/drawing/2014/main" id="{C95E0A6A-72F4-4954-4062-DF52F4754CC3}"/>
                </a:ext>
              </a:extLst>
            </p:cNvPr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71224134-0152-A762-9E9B-7525C3D1F9B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E7942B61-C27C-BEFA-A562-D8C4BEA96B25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>
              <a:extLst>
                <a:ext uri="{FF2B5EF4-FFF2-40B4-BE49-F238E27FC236}">
                  <a16:creationId xmlns:a16="http://schemas.microsoft.com/office/drawing/2014/main" id="{ED71828D-4C8D-F777-77F9-F0858BC548E4}"/>
                </a:ext>
              </a:extLst>
            </p:cNvPr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FBD0227F-E186-88D6-F420-E2D028621FC8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51F7BD5F-8162-60B7-8581-CB1EDECD8F30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>
            <a:extLst>
              <a:ext uri="{FF2B5EF4-FFF2-40B4-BE49-F238E27FC236}">
                <a16:creationId xmlns:a16="http://schemas.microsoft.com/office/drawing/2014/main" id="{6187122A-BF48-EE01-19FA-B8FA0A8A8DB3}"/>
              </a:ext>
            </a:extLst>
          </p:cNvPr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>
              <a:extLst>
                <a:ext uri="{FF2B5EF4-FFF2-40B4-BE49-F238E27FC236}">
                  <a16:creationId xmlns:a16="http://schemas.microsoft.com/office/drawing/2014/main" id="{ED871593-D704-D415-A431-77CA0B4CDA72}"/>
                </a:ext>
              </a:extLst>
            </p:cNvPr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>
              <a:extLst>
                <a:ext uri="{FF2B5EF4-FFF2-40B4-BE49-F238E27FC236}">
                  <a16:creationId xmlns:a16="http://schemas.microsoft.com/office/drawing/2014/main" id="{57576220-A838-6A5E-EFA4-972CA70B117A}"/>
                </a:ext>
              </a:extLst>
            </p:cNvPr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B15794-77F4-81BF-CA47-5F0D80454C96}"/>
              </a:ext>
            </a:extLst>
          </p:cNvPr>
          <p:cNvSpPr txBox="1"/>
          <p:nvPr/>
        </p:nvSpPr>
        <p:spPr>
          <a:xfrm>
            <a:off x="672297" y="3257019"/>
            <a:ext cx="7799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Import (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수입하다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임포트는 다른 도구를 빌려오는 것과 같아요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자료를 가져올 때 출처를 적는 것과 비슷해요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Google Shape;1318;p46">
            <a:extLst>
              <a:ext uri="{FF2B5EF4-FFF2-40B4-BE49-F238E27FC236}">
                <a16:creationId xmlns:a16="http://schemas.microsoft.com/office/drawing/2014/main" id="{00A84FDF-834A-760C-0C87-399AEDECB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1.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임포트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 import )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그림 6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1A165E-B36C-3928-C10D-3CE91D0AC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63" y="1366120"/>
            <a:ext cx="7157622" cy="177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1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469F12CD-7D76-B888-EB5C-92430035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42">
            <a:extLst>
              <a:ext uri="{FF2B5EF4-FFF2-40B4-BE49-F238E27FC236}">
                <a16:creationId xmlns:a16="http://schemas.microsoft.com/office/drawing/2014/main" id="{647ABB32-E092-DB0F-4342-1141927978B5}"/>
              </a:ext>
            </a:extLst>
          </p:cNvPr>
          <p:cNvGrpSpPr/>
          <p:nvPr/>
        </p:nvGrpSpPr>
        <p:grpSpPr>
          <a:xfrm>
            <a:off x="7852039" y="3481629"/>
            <a:ext cx="1291961" cy="1748488"/>
            <a:chOff x="5122175" y="1359750"/>
            <a:chExt cx="1135175" cy="1536300"/>
          </a:xfrm>
        </p:grpSpPr>
        <p:sp>
          <p:nvSpPr>
            <p:cNvPr id="1041" name="Google Shape;1041;p42">
              <a:extLst>
                <a:ext uri="{FF2B5EF4-FFF2-40B4-BE49-F238E27FC236}">
                  <a16:creationId xmlns:a16="http://schemas.microsoft.com/office/drawing/2014/main" id="{43AE11BD-59B8-4994-5445-91669007BF4A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>
              <a:extLst>
                <a:ext uri="{FF2B5EF4-FFF2-40B4-BE49-F238E27FC236}">
                  <a16:creationId xmlns:a16="http://schemas.microsoft.com/office/drawing/2014/main" id="{94E8058B-A209-B17A-97D5-5A44AA7A7C01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>
              <a:extLst>
                <a:ext uri="{FF2B5EF4-FFF2-40B4-BE49-F238E27FC236}">
                  <a16:creationId xmlns:a16="http://schemas.microsoft.com/office/drawing/2014/main" id="{73F5FED6-F26B-884F-5A02-940985E927AB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>
              <a:extLst>
                <a:ext uri="{FF2B5EF4-FFF2-40B4-BE49-F238E27FC236}">
                  <a16:creationId xmlns:a16="http://schemas.microsoft.com/office/drawing/2014/main" id="{59F60223-2027-C10A-1CAF-8981D2AB93DA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>
              <a:extLst>
                <a:ext uri="{FF2B5EF4-FFF2-40B4-BE49-F238E27FC236}">
                  <a16:creationId xmlns:a16="http://schemas.microsoft.com/office/drawing/2014/main" id="{FF47D12B-6A8B-7B18-FB5D-812BEB4847B4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>
              <a:extLst>
                <a:ext uri="{FF2B5EF4-FFF2-40B4-BE49-F238E27FC236}">
                  <a16:creationId xmlns:a16="http://schemas.microsoft.com/office/drawing/2014/main" id="{9AB99A53-B069-0711-7E8B-A0801D9EFB24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>
              <a:extLst>
                <a:ext uri="{FF2B5EF4-FFF2-40B4-BE49-F238E27FC236}">
                  <a16:creationId xmlns:a16="http://schemas.microsoft.com/office/drawing/2014/main" id="{7BDA8439-F146-A1B8-9E86-DEB172C0541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>
              <a:extLst>
                <a:ext uri="{FF2B5EF4-FFF2-40B4-BE49-F238E27FC236}">
                  <a16:creationId xmlns:a16="http://schemas.microsoft.com/office/drawing/2014/main" id="{C35DCC76-85A7-867F-278D-29758BA4861F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>
              <a:extLst>
                <a:ext uri="{FF2B5EF4-FFF2-40B4-BE49-F238E27FC236}">
                  <a16:creationId xmlns:a16="http://schemas.microsoft.com/office/drawing/2014/main" id="{26BBB610-F9BB-96D7-BC31-0FB207240CC4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>
              <a:extLst>
                <a:ext uri="{FF2B5EF4-FFF2-40B4-BE49-F238E27FC236}">
                  <a16:creationId xmlns:a16="http://schemas.microsoft.com/office/drawing/2014/main" id="{705562AA-8F76-9C4A-5764-28F169AB99D9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>
              <a:extLst>
                <a:ext uri="{FF2B5EF4-FFF2-40B4-BE49-F238E27FC236}">
                  <a16:creationId xmlns:a16="http://schemas.microsoft.com/office/drawing/2014/main" id="{7B14A1DC-8895-F4F7-558D-BFB86A6FCF0B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>
              <a:extLst>
                <a:ext uri="{FF2B5EF4-FFF2-40B4-BE49-F238E27FC236}">
                  <a16:creationId xmlns:a16="http://schemas.microsoft.com/office/drawing/2014/main" id="{98504A97-F65C-EE2C-32F3-34BC446BBDF3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>
              <a:extLst>
                <a:ext uri="{FF2B5EF4-FFF2-40B4-BE49-F238E27FC236}">
                  <a16:creationId xmlns:a16="http://schemas.microsoft.com/office/drawing/2014/main" id="{FEB07B77-65C4-0856-B365-0DEFBD6EC7BA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>
              <a:extLst>
                <a:ext uri="{FF2B5EF4-FFF2-40B4-BE49-F238E27FC236}">
                  <a16:creationId xmlns:a16="http://schemas.microsoft.com/office/drawing/2014/main" id="{62464AAC-1F1C-5863-76B1-0430F2BC1692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>
              <a:extLst>
                <a:ext uri="{FF2B5EF4-FFF2-40B4-BE49-F238E27FC236}">
                  <a16:creationId xmlns:a16="http://schemas.microsoft.com/office/drawing/2014/main" id="{2A47E776-60E4-62FE-D3AF-5FD587444956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>
              <a:extLst>
                <a:ext uri="{FF2B5EF4-FFF2-40B4-BE49-F238E27FC236}">
                  <a16:creationId xmlns:a16="http://schemas.microsoft.com/office/drawing/2014/main" id="{4E8A444A-35E1-D155-07AF-2936B94190D2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>
              <a:extLst>
                <a:ext uri="{FF2B5EF4-FFF2-40B4-BE49-F238E27FC236}">
                  <a16:creationId xmlns:a16="http://schemas.microsoft.com/office/drawing/2014/main" id="{8A6FA9B9-BD44-4CCC-B2C1-57E6222F2616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>
              <a:extLst>
                <a:ext uri="{FF2B5EF4-FFF2-40B4-BE49-F238E27FC236}">
                  <a16:creationId xmlns:a16="http://schemas.microsoft.com/office/drawing/2014/main" id="{70DB1E83-700C-F7EB-101C-F63507DDBEDA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>
              <a:extLst>
                <a:ext uri="{FF2B5EF4-FFF2-40B4-BE49-F238E27FC236}">
                  <a16:creationId xmlns:a16="http://schemas.microsoft.com/office/drawing/2014/main" id="{8F90E3F3-9AAF-C655-E515-0AC112EB6988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>
              <a:extLst>
                <a:ext uri="{FF2B5EF4-FFF2-40B4-BE49-F238E27FC236}">
                  <a16:creationId xmlns:a16="http://schemas.microsoft.com/office/drawing/2014/main" id="{04F88879-AB70-1677-CE4F-A60BC24128CA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>
              <a:extLst>
                <a:ext uri="{FF2B5EF4-FFF2-40B4-BE49-F238E27FC236}">
                  <a16:creationId xmlns:a16="http://schemas.microsoft.com/office/drawing/2014/main" id="{27125DDD-4685-A95C-CE58-F6DEA6EDFC5E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>
              <a:extLst>
                <a:ext uri="{FF2B5EF4-FFF2-40B4-BE49-F238E27FC236}">
                  <a16:creationId xmlns:a16="http://schemas.microsoft.com/office/drawing/2014/main" id="{A8BBD94B-EF83-683E-83FD-EA9D55445800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>
              <a:extLst>
                <a:ext uri="{FF2B5EF4-FFF2-40B4-BE49-F238E27FC236}">
                  <a16:creationId xmlns:a16="http://schemas.microsoft.com/office/drawing/2014/main" id="{F8B1FCF8-1E26-E5E5-3801-6F062953C4A0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>
              <a:extLst>
                <a:ext uri="{FF2B5EF4-FFF2-40B4-BE49-F238E27FC236}">
                  <a16:creationId xmlns:a16="http://schemas.microsoft.com/office/drawing/2014/main" id="{50F84501-05D2-595D-882F-C55D40B65C3E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>
              <a:extLst>
                <a:ext uri="{FF2B5EF4-FFF2-40B4-BE49-F238E27FC236}">
                  <a16:creationId xmlns:a16="http://schemas.microsoft.com/office/drawing/2014/main" id="{1B7EBE10-8F1F-954A-8C65-4E2C160968D4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8BF2B242-0ACF-D457-46F3-95A1BE551AB9}"/>
              </a:ext>
            </a:extLst>
          </p:cNvPr>
          <p:cNvGrpSpPr/>
          <p:nvPr/>
        </p:nvGrpSpPr>
        <p:grpSpPr>
          <a:xfrm>
            <a:off x="1156125" y="3974722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F9D5AE74-EA4F-8579-954B-8CE501128AF7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0513E006-C61F-C215-3AEB-D124E02347D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B75AFC91-FF79-9087-6D96-CF1B60A06EE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CF19502D-32BF-96F0-1347-1C328093D1D7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23E74C30-E644-94BB-4CB6-BE75341333A1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D472CF91-DE4B-D621-A468-970C989AFB37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86013618-D48C-DCC5-6B6D-20DCF4A230D6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AD468C1F-6746-B45C-A8BE-870AD1719A75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3DF14B8F-2FBF-71A3-ACBE-236D420774D6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630BDB1F-13A3-9D93-AC6B-271B1A15A7DD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D482516D-66FD-4848-FA19-CCB6B0D5DF90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243475D3-EEFB-502A-0AEE-9082853BA941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3A1A83C-0A90-4920-2C22-F566060A4722}"/>
              </a:ext>
            </a:extLst>
          </p:cNvPr>
          <p:cNvSpPr txBox="1"/>
          <p:nvPr/>
        </p:nvSpPr>
        <p:spPr>
          <a:xfrm>
            <a:off x="2337954" y="3447518"/>
            <a:ext cx="4468041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time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임포트를 가져오면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time.sleep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()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시간대기 명령어를 사용할 수 있어요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Google Shape;1318;p46">
            <a:extLst>
              <a:ext uri="{FF2B5EF4-FFF2-40B4-BE49-F238E27FC236}">
                <a16:creationId xmlns:a16="http://schemas.microsoft.com/office/drawing/2014/main" id="{EF17070D-680E-3BFD-0916-90C37736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다른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임포트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6BEF4A-40B1-7FA3-E49A-B3B5D491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802" y="1227183"/>
            <a:ext cx="6140887" cy="205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28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8D1C4437-7B53-5947-0AD8-0AAC1A4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03028C9D-FB17-6DBE-8099-5050022B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time </a:t>
            </a:r>
            <a:r>
              <a:rPr lang="ko-KR" altLang="en-US" sz="36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임포트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실습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4C22FD53-8E4E-E3C8-AB0E-F248BFB15BFE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43C24C0-0A39-ED01-9367-7B9DF72D80B9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84D20CC9-441D-A633-3293-35FE03B29F79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C5DC1292-5AAD-1891-775A-57A306ADC9A1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FA149FE9-164C-AF36-ABE3-8C03DF538E88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27238EE-13C2-4512-1311-524E2B0BCFC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CACECDB6-C61D-46D2-E17B-F9A9843CC7E0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CC6582A1-DFE9-1A31-43FB-B186D6FC5812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BFA132E8-8E97-5467-84F2-662EBFE6607D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5DAA4BC0-EA6A-9BC3-D452-77B1890F9D32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535246-7130-1C86-F17A-9D0988D6B5D7}"/>
              </a:ext>
            </a:extLst>
          </p:cNvPr>
          <p:cNvSpPr txBox="1"/>
          <p:nvPr/>
        </p:nvSpPr>
        <p:spPr>
          <a:xfrm>
            <a:off x="2337954" y="1216195"/>
            <a:ext cx="4468041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부터 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까지 숫자를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초에 하나씩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출력해주는 프로그램을 만들려면 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import time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이용하면 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time.sleep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(1)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으로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초 동안 시간을 만들 수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C3E317-16D1-9291-B589-44196D779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19" y="2455042"/>
            <a:ext cx="676709" cy="244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47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7A09C476-900C-2AB9-5A97-66ABF6EC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>
            <a:extLst>
              <a:ext uri="{FF2B5EF4-FFF2-40B4-BE49-F238E27FC236}">
                <a16:creationId xmlns:a16="http://schemas.microsoft.com/office/drawing/2014/main" id="{F4B3FB7B-3946-5AAF-7B44-77B12D9F0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346010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 코드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F154DE87-2D2E-F448-389E-99BEC5198C05}"/>
              </a:ext>
            </a:extLst>
          </p:cNvPr>
          <p:cNvGrpSpPr/>
          <p:nvPr/>
        </p:nvGrpSpPr>
        <p:grpSpPr>
          <a:xfrm>
            <a:off x="6642525" y="17374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A64033A1-F44F-FFF8-21C9-83ABCB524D7E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83F152CB-422D-C881-CBF2-9A718A835FC2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D93DE703-7DB2-8273-AED9-5CCE59149BF9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DA20D412-9F84-B63B-91F1-AF98D04D4ACC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3F705B27-5CD5-6956-C3CD-E5D73842C7E9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1E0DC4E7-CEAE-0C07-2E8F-399C7575D1DF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094BF5E8-356B-0025-768C-BC3FC12EFD9A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FF16B676-E03A-7541-32EA-358B30BAD713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2DCBEA29-CD4F-A0EE-8DFE-C925944931BD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CAB5627F-B90A-066E-0D0E-D289B1F6DCE4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A754733C-9F63-1945-A626-2D44B2AD3229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1CB59BE2-1255-49CB-CD75-5023377B80B3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B5496C-D768-F2DD-8AD4-BE155C663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62" y="1123334"/>
            <a:ext cx="4751404" cy="3555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그림 3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B39998-4FEA-62D4-3E4A-51F8F6C33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512" y="397771"/>
            <a:ext cx="2499112" cy="444879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Google Shape;658;p36">
            <a:extLst>
              <a:ext uri="{FF2B5EF4-FFF2-40B4-BE49-F238E27FC236}">
                <a16:creationId xmlns:a16="http://schemas.microsoft.com/office/drawing/2014/main" id="{BFB86E4C-5E3C-78DF-B536-4D37981624EA}"/>
              </a:ext>
            </a:extLst>
          </p:cNvPr>
          <p:cNvGrpSpPr/>
          <p:nvPr/>
        </p:nvGrpSpPr>
        <p:grpSpPr>
          <a:xfrm rot="-716261">
            <a:off x="7167136" y="3283316"/>
            <a:ext cx="2158535" cy="4418383"/>
            <a:chOff x="6377275" y="1999068"/>
            <a:chExt cx="2241406" cy="4588015"/>
          </a:xfrm>
        </p:grpSpPr>
        <p:sp>
          <p:nvSpPr>
            <p:cNvPr id="7" name="Google Shape;659;p36">
              <a:extLst>
                <a:ext uri="{FF2B5EF4-FFF2-40B4-BE49-F238E27FC236}">
                  <a16:creationId xmlns:a16="http://schemas.microsoft.com/office/drawing/2014/main" id="{5F0320E2-E211-F290-DE7D-85F1F7D4104F}"/>
                </a:ext>
              </a:extLst>
            </p:cNvPr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60;p36">
              <a:extLst>
                <a:ext uri="{FF2B5EF4-FFF2-40B4-BE49-F238E27FC236}">
                  <a16:creationId xmlns:a16="http://schemas.microsoft.com/office/drawing/2014/main" id="{50099207-2511-5690-A731-00B1060B7688}"/>
                </a:ext>
              </a:extLst>
            </p:cNvPr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61;p36">
              <a:extLst>
                <a:ext uri="{FF2B5EF4-FFF2-40B4-BE49-F238E27FC236}">
                  <a16:creationId xmlns:a16="http://schemas.microsoft.com/office/drawing/2014/main" id="{81AE6F8A-DB7B-12F5-FAB0-8A3EFDDA36CE}"/>
                </a:ext>
              </a:extLst>
            </p:cNvPr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2;p36">
              <a:extLst>
                <a:ext uri="{FF2B5EF4-FFF2-40B4-BE49-F238E27FC236}">
                  <a16:creationId xmlns:a16="http://schemas.microsoft.com/office/drawing/2014/main" id="{0693D8F9-4DEE-7E72-FBD8-EC00A52A590F}"/>
                </a:ext>
              </a:extLst>
            </p:cNvPr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3;p36">
              <a:extLst>
                <a:ext uri="{FF2B5EF4-FFF2-40B4-BE49-F238E27FC236}">
                  <a16:creationId xmlns:a16="http://schemas.microsoft.com/office/drawing/2014/main" id="{934A5328-22B7-6B3D-A38F-EBAB7FFC7BB2}"/>
                </a:ext>
              </a:extLst>
            </p:cNvPr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4;p36">
              <a:extLst>
                <a:ext uri="{FF2B5EF4-FFF2-40B4-BE49-F238E27FC236}">
                  <a16:creationId xmlns:a16="http://schemas.microsoft.com/office/drawing/2014/main" id="{956F792B-C27D-5514-38A5-30359B3FA910}"/>
                </a:ext>
              </a:extLst>
            </p:cNvPr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5;p36">
              <a:extLst>
                <a:ext uri="{FF2B5EF4-FFF2-40B4-BE49-F238E27FC236}">
                  <a16:creationId xmlns:a16="http://schemas.microsoft.com/office/drawing/2014/main" id="{8F8113DA-936C-FE59-C2D9-E576FAB7ABBA}"/>
                </a:ext>
              </a:extLst>
            </p:cNvPr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66;p36">
              <a:extLst>
                <a:ext uri="{FF2B5EF4-FFF2-40B4-BE49-F238E27FC236}">
                  <a16:creationId xmlns:a16="http://schemas.microsoft.com/office/drawing/2014/main" id="{0D612481-19B5-0AAD-1704-B00E839F1419}"/>
                </a:ext>
              </a:extLst>
            </p:cNvPr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67;p36">
              <a:extLst>
                <a:ext uri="{FF2B5EF4-FFF2-40B4-BE49-F238E27FC236}">
                  <a16:creationId xmlns:a16="http://schemas.microsoft.com/office/drawing/2014/main" id="{D99DAC85-1179-90BF-9232-BC18ABBC057C}"/>
                </a:ext>
              </a:extLst>
            </p:cNvPr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68;p36">
              <a:extLst>
                <a:ext uri="{FF2B5EF4-FFF2-40B4-BE49-F238E27FC236}">
                  <a16:creationId xmlns:a16="http://schemas.microsoft.com/office/drawing/2014/main" id="{A926A862-2A86-8792-4F22-01ADA2917B2F}"/>
                </a:ext>
              </a:extLst>
            </p:cNvPr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69;p36">
              <a:extLst>
                <a:ext uri="{FF2B5EF4-FFF2-40B4-BE49-F238E27FC236}">
                  <a16:creationId xmlns:a16="http://schemas.microsoft.com/office/drawing/2014/main" id="{B63AAC13-A2FD-7A37-50ED-8B8D79C7A7FB}"/>
                </a:ext>
              </a:extLst>
            </p:cNvPr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;p36">
              <a:extLst>
                <a:ext uri="{FF2B5EF4-FFF2-40B4-BE49-F238E27FC236}">
                  <a16:creationId xmlns:a16="http://schemas.microsoft.com/office/drawing/2014/main" id="{60B7FFC3-436B-6307-1FE4-2FBC13950866}"/>
                </a:ext>
              </a:extLst>
            </p:cNvPr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;p36">
              <a:extLst>
                <a:ext uri="{FF2B5EF4-FFF2-40B4-BE49-F238E27FC236}">
                  <a16:creationId xmlns:a16="http://schemas.microsoft.com/office/drawing/2014/main" id="{98D75285-7D83-4CB5-4357-88FBD770737F}"/>
                </a:ext>
              </a:extLst>
            </p:cNvPr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2;p36">
              <a:extLst>
                <a:ext uri="{FF2B5EF4-FFF2-40B4-BE49-F238E27FC236}">
                  <a16:creationId xmlns:a16="http://schemas.microsoft.com/office/drawing/2014/main" id="{180727AF-1B3A-5827-77C9-7BC12A463546}"/>
                </a:ext>
              </a:extLst>
            </p:cNvPr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3;p36">
              <a:extLst>
                <a:ext uri="{FF2B5EF4-FFF2-40B4-BE49-F238E27FC236}">
                  <a16:creationId xmlns:a16="http://schemas.microsoft.com/office/drawing/2014/main" id="{204B4C08-3761-5BE0-B8AF-34DC82B3ECA7}"/>
                </a:ext>
              </a:extLst>
            </p:cNvPr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4;p36">
              <a:extLst>
                <a:ext uri="{FF2B5EF4-FFF2-40B4-BE49-F238E27FC236}">
                  <a16:creationId xmlns:a16="http://schemas.microsoft.com/office/drawing/2014/main" id="{D59374C2-68B2-BE48-1231-28347CA79E5D}"/>
                </a:ext>
              </a:extLst>
            </p:cNvPr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5;p36">
              <a:extLst>
                <a:ext uri="{FF2B5EF4-FFF2-40B4-BE49-F238E27FC236}">
                  <a16:creationId xmlns:a16="http://schemas.microsoft.com/office/drawing/2014/main" id="{EA04ED58-E8D8-298F-6B53-6FADE53F3837}"/>
                </a:ext>
              </a:extLst>
            </p:cNvPr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76;p36">
              <a:extLst>
                <a:ext uri="{FF2B5EF4-FFF2-40B4-BE49-F238E27FC236}">
                  <a16:creationId xmlns:a16="http://schemas.microsoft.com/office/drawing/2014/main" id="{6418F8E5-E6BC-FB84-6FF5-07D814F34A60}"/>
                </a:ext>
              </a:extLst>
            </p:cNvPr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77;p36">
              <a:extLst>
                <a:ext uri="{FF2B5EF4-FFF2-40B4-BE49-F238E27FC236}">
                  <a16:creationId xmlns:a16="http://schemas.microsoft.com/office/drawing/2014/main" id="{B174773F-F3A3-122A-EB5B-869F851ED9A1}"/>
                </a:ext>
              </a:extLst>
            </p:cNvPr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8;p36">
              <a:extLst>
                <a:ext uri="{FF2B5EF4-FFF2-40B4-BE49-F238E27FC236}">
                  <a16:creationId xmlns:a16="http://schemas.microsoft.com/office/drawing/2014/main" id="{36075D85-9092-A637-D602-A410EA038D96}"/>
                </a:ext>
              </a:extLst>
            </p:cNvPr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79;p36">
              <a:extLst>
                <a:ext uri="{FF2B5EF4-FFF2-40B4-BE49-F238E27FC236}">
                  <a16:creationId xmlns:a16="http://schemas.microsoft.com/office/drawing/2014/main" id="{BD3265EF-0A77-F980-3F55-7EA6E33D5307}"/>
                </a:ext>
              </a:extLst>
            </p:cNvPr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;p36">
              <a:extLst>
                <a:ext uri="{FF2B5EF4-FFF2-40B4-BE49-F238E27FC236}">
                  <a16:creationId xmlns:a16="http://schemas.microsoft.com/office/drawing/2014/main" id="{BFDC5B27-EC8F-18C0-1117-83BA3E1C4B4B}"/>
                </a:ext>
              </a:extLst>
            </p:cNvPr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1;p36">
              <a:extLst>
                <a:ext uri="{FF2B5EF4-FFF2-40B4-BE49-F238E27FC236}">
                  <a16:creationId xmlns:a16="http://schemas.microsoft.com/office/drawing/2014/main" id="{D82569E4-41FA-9E3E-696A-6D46539127F9}"/>
                </a:ext>
              </a:extLst>
            </p:cNvPr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2;p36">
              <a:extLst>
                <a:ext uri="{FF2B5EF4-FFF2-40B4-BE49-F238E27FC236}">
                  <a16:creationId xmlns:a16="http://schemas.microsoft.com/office/drawing/2014/main" id="{9C116674-52AB-C1D9-2098-EB68D9E365BE}"/>
                </a:ext>
              </a:extLst>
            </p:cNvPr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3;p36">
              <a:extLst>
                <a:ext uri="{FF2B5EF4-FFF2-40B4-BE49-F238E27FC236}">
                  <a16:creationId xmlns:a16="http://schemas.microsoft.com/office/drawing/2014/main" id="{8E98EEC0-F5B8-B6CB-B6B1-89A61D2646AC}"/>
                </a:ext>
              </a:extLst>
            </p:cNvPr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4;p36">
              <a:extLst>
                <a:ext uri="{FF2B5EF4-FFF2-40B4-BE49-F238E27FC236}">
                  <a16:creationId xmlns:a16="http://schemas.microsoft.com/office/drawing/2014/main" id="{C1FC3D87-6AD2-EE5D-377A-9B16EB947FCE}"/>
                </a:ext>
              </a:extLst>
            </p:cNvPr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5;p36">
              <a:extLst>
                <a:ext uri="{FF2B5EF4-FFF2-40B4-BE49-F238E27FC236}">
                  <a16:creationId xmlns:a16="http://schemas.microsoft.com/office/drawing/2014/main" id="{4B33B1EF-B161-AC81-309D-FECBF2EB7550}"/>
                </a:ext>
              </a:extLst>
            </p:cNvPr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6;p36">
              <a:extLst>
                <a:ext uri="{FF2B5EF4-FFF2-40B4-BE49-F238E27FC236}">
                  <a16:creationId xmlns:a16="http://schemas.microsoft.com/office/drawing/2014/main" id="{2A724F09-1062-1643-FA09-82E7102F252F}"/>
                </a:ext>
              </a:extLst>
            </p:cNvPr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7;p36">
              <a:extLst>
                <a:ext uri="{FF2B5EF4-FFF2-40B4-BE49-F238E27FC236}">
                  <a16:creationId xmlns:a16="http://schemas.microsoft.com/office/drawing/2014/main" id="{D9B31A21-2E49-104E-B309-D520F6AF6692}"/>
                </a:ext>
              </a:extLst>
            </p:cNvPr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8;p36">
              <a:extLst>
                <a:ext uri="{FF2B5EF4-FFF2-40B4-BE49-F238E27FC236}">
                  <a16:creationId xmlns:a16="http://schemas.microsoft.com/office/drawing/2014/main" id="{6F47E560-2329-AB65-1578-3135C53BE572}"/>
                </a:ext>
              </a:extLst>
            </p:cNvPr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9;p36">
              <a:extLst>
                <a:ext uri="{FF2B5EF4-FFF2-40B4-BE49-F238E27FC236}">
                  <a16:creationId xmlns:a16="http://schemas.microsoft.com/office/drawing/2014/main" id="{F8E02E64-4B3A-F14F-A37E-7182808B37A0}"/>
                </a:ext>
              </a:extLst>
            </p:cNvPr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0;p36">
              <a:extLst>
                <a:ext uri="{FF2B5EF4-FFF2-40B4-BE49-F238E27FC236}">
                  <a16:creationId xmlns:a16="http://schemas.microsoft.com/office/drawing/2014/main" id="{BB364D20-D3AE-979B-4A18-7187FE6EBB9C}"/>
                </a:ext>
              </a:extLst>
            </p:cNvPr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1;p36">
              <a:extLst>
                <a:ext uri="{FF2B5EF4-FFF2-40B4-BE49-F238E27FC236}">
                  <a16:creationId xmlns:a16="http://schemas.microsoft.com/office/drawing/2014/main" id="{A585F30A-0121-05BF-ECE0-2E28B0ACA4D5}"/>
                </a:ext>
              </a:extLst>
            </p:cNvPr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4995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7733DE1-B7A4-694A-B04F-157F9E9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EB436531-4015-1076-00CA-529F2CE4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구구단 만들기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AE34658C-6EB1-56BD-C926-9A25E6577C63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08B12250-D7E2-A336-63ED-84BD6DEBCFF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FDFB2FCF-8DD2-9388-530D-66581CE163B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15E5A66-DE0D-8967-55FF-E665AF3916F3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B5C1511C-1013-F4A8-E43E-4AA1BC9C581D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83A4FDB2-D629-8AAD-1B3D-76612B0E65A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9094533D-2D5F-4659-94CC-0CEA29DEEA5F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6C5805A0-3650-624A-3566-7911E597C429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E06F84F2-748A-A72C-DCE2-14E4F96A16D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A93AED9E-2387-4568-F0DF-54B8E0E1D89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5" name="Google Shape;2005;p58">
            <a:extLst>
              <a:ext uri="{FF2B5EF4-FFF2-40B4-BE49-F238E27FC236}">
                <a16:creationId xmlns:a16="http://schemas.microsoft.com/office/drawing/2014/main" id="{2A516A66-D264-4BAF-548B-701897A6BA72}"/>
              </a:ext>
            </a:extLst>
          </p:cNvPr>
          <p:cNvGrpSpPr/>
          <p:nvPr/>
        </p:nvGrpSpPr>
        <p:grpSpPr>
          <a:xfrm>
            <a:off x="6988126" y="2806374"/>
            <a:ext cx="1827859" cy="2473750"/>
            <a:chOff x="5122175" y="1359750"/>
            <a:chExt cx="1135175" cy="1536300"/>
          </a:xfrm>
        </p:grpSpPr>
        <p:sp>
          <p:nvSpPr>
            <p:cNvPr id="2006" name="Google Shape;2006;p58">
              <a:extLst>
                <a:ext uri="{FF2B5EF4-FFF2-40B4-BE49-F238E27FC236}">
                  <a16:creationId xmlns:a16="http://schemas.microsoft.com/office/drawing/2014/main" id="{89B68A09-BE57-BB5A-9EC7-F1BB7415359B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>
              <a:extLst>
                <a:ext uri="{FF2B5EF4-FFF2-40B4-BE49-F238E27FC236}">
                  <a16:creationId xmlns:a16="http://schemas.microsoft.com/office/drawing/2014/main" id="{41BDE6E0-17C1-F5E5-3D02-DC77668041F5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>
              <a:extLst>
                <a:ext uri="{FF2B5EF4-FFF2-40B4-BE49-F238E27FC236}">
                  <a16:creationId xmlns:a16="http://schemas.microsoft.com/office/drawing/2014/main" id="{11149543-33ED-CF84-74EB-93BD6FEDC6D9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>
              <a:extLst>
                <a:ext uri="{FF2B5EF4-FFF2-40B4-BE49-F238E27FC236}">
                  <a16:creationId xmlns:a16="http://schemas.microsoft.com/office/drawing/2014/main" id="{06A73335-6272-9334-79A3-8CDE9A8DDE2C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>
              <a:extLst>
                <a:ext uri="{FF2B5EF4-FFF2-40B4-BE49-F238E27FC236}">
                  <a16:creationId xmlns:a16="http://schemas.microsoft.com/office/drawing/2014/main" id="{81A31D0D-9B86-6532-6A09-7AD534264757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>
              <a:extLst>
                <a:ext uri="{FF2B5EF4-FFF2-40B4-BE49-F238E27FC236}">
                  <a16:creationId xmlns:a16="http://schemas.microsoft.com/office/drawing/2014/main" id="{3850B205-CD25-D219-64D4-6A190C7A9699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0704F2C1-6927-A01A-E2F2-B919002FA6F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BC41E65-3307-649F-044B-0C5FF4731E65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>
              <a:extLst>
                <a:ext uri="{FF2B5EF4-FFF2-40B4-BE49-F238E27FC236}">
                  <a16:creationId xmlns:a16="http://schemas.microsoft.com/office/drawing/2014/main" id="{7026B22C-E16D-9672-3B98-9505F47CD931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6F2BC141-8B68-B21B-C5A7-DD9ABD2A2188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D0F411A1-A5D0-8BDC-7EFC-50A60ADC9034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>
              <a:extLst>
                <a:ext uri="{FF2B5EF4-FFF2-40B4-BE49-F238E27FC236}">
                  <a16:creationId xmlns:a16="http://schemas.microsoft.com/office/drawing/2014/main" id="{B7A1EB43-A075-33EF-9ACC-D1D482731F31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>
              <a:extLst>
                <a:ext uri="{FF2B5EF4-FFF2-40B4-BE49-F238E27FC236}">
                  <a16:creationId xmlns:a16="http://schemas.microsoft.com/office/drawing/2014/main" id="{D3088516-D515-6AE1-C8C1-D2900654ECCF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>
              <a:extLst>
                <a:ext uri="{FF2B5EF4-FFF2-40B4-BE49-F238E27FC236}">
                  <a16:creationId xmlns:a16="http://schemas.microsoft.com/office/drawing/2014/main" id="{53A9FE10-BF80-B11D-D82E-7EBF8D44BA17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>
              <a:extLst>
                <a:ext uri="{FF2B5EF4-FFF2-40B4-BE49-F238E27FC236}">
                  <a16:creationId xmlns:a16="http://schemas.microsoft.com/office/drawing/2014/main" id="{6AF1720C-D1CC-6767-E757-BDDCD8F24C0F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>
              <a:extLst>
                <a:ext uri="{FF2B5EF4-FFF2-40B4-BE49-F238E27FC236}">
                  <a16:creationId xmlns:a16="http://schemas.microsoft.com/office/drawing/2014/main" id="{7ABBDC91-51C4-F1B0-F00B-BECDCD367C37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>
              <a:extLst>
                <a:ext uri="{FF2B5EF4-FFF2-40B4-BE49-F238E27FC236}">
                  <a16:creationId xmlns:a16="http://schemas.microsoft.com/office/drawing/2014/main" id="{72A03D38-4F68-ED14-D9A0-C78361D8BF3E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53481667-C309-3956-9CC9-1A2480CF3D81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D6A92BA9-C30F-AAC1-5DF8-F9D6D6D47D1D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068F0A52-E154-3534-241B-84A1BD2A8562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B219DD1C-30DB-63C8-8497-7B0CC8226970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CCD9CDA0-DD61-1607-30F1-9F268E328E8C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4DF786BB-7599-07E8-F484-19B01C85D415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53BFE7F6-AF15-CA96-7C67-04733094D701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1D947E62-F27C-4EB8-A8AC-597375D6CACC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D23AF95-575F-3B30-4571-B339175DEF6A}"/>
              </a:ext>
            </a:extLst>
          </p:cNvPr>
          <p:cNvSpPr txBox="1"/>
          <p:nvPr/>
        </p:nvSpPr>
        <p:spPr>
          <a:xfrm>
            <a:off x="2341091" y="3181581"/>
            <a:ext cx="44680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구구단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함수는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몇 단의 구구단을 출력할지 단 수를 입력하면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 단을 출력해 주는 함수예요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rgbClr val="3886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 부터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단까지 전체를 출력하려면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en-US" altLang="ko-KR" dirty="0">
              <a:solidFill>
                <a:srgbClr val="C000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3051D0-6518-710A-9965-B5F449F6F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479" y="1324154"/>
            <a:ext cx="4534533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3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/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/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/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/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/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/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1992;p58">
            <a:extLst>
              <a:ext uri="{FF2B5EF4-FFF2-40B4-BE49-F238E27FC236}">
                <a16:creationId xmlns:a16="http://schemas.microsoft.com/office/drawing/2014/main" id="{9151F7FF-F03C-C85A-5D7E-5C321475A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69" y="415789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문으로 구구단 만들기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F1B84-B1BE-E501-2669-9C35543FFECC}"/>
              </a:ext>
            </a:extLst>
          </p:cNvPr>
          <p:cNvSpPr txBox="1"/>
          <p:nvPr/>
        </p:nvSpPr>
        <p:spPr>
          <a:xfrm>
            <a:off x="2337954" y="3438935"/>
            <a:ext cx="44680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모든구구단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함수는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단부터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단까지 모두 출력해 주는 구구단 함수예요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여기에 사용된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문을 주의할 필요가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 안에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문이 또 있는 구조를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문이라 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84D9D7-94ED-C601-AD7C-4A13F951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728" y="1174644"/>
            <a:ext cx="4564544" cy="2228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-K Class Rules by Slidesgo">
  <a:themeElements>
    <a:clrScheme name="Simple Light">
      <a:dk1>
        <a:srgbClr val="000000"/>
      </a:dk1>
      <a:lt1>
        <a:srgbClr val="FFFFFF"/>
      </a:lt1>
      <a:dk2>
        <a:srgbClr val="00DFE8"/>
      </a:dk2>
      <a:lt2>
        <a:srgbClr val="FF7A7A"/>
      </a:lt2>
      <a:accent1>
        <a:srgbClr val="FFA6B0"/>
      </a:accent1>
      <a:accent2>
        <a:srgbClr val="FFC138"/>
      </a:accent2>
      <a:accent3>
        <a:srgbClr val="FFED72"/>
      </a:accent3>
      <a:accent4>
        <a:srgbClr val="A9E8E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300</Words>
  <Application>Microsoft Office PowerPoint</Application>
  <PresentationFormat>화면 슬라이드 쇼(16:9)</PresentationFormat>
  <Paragraphs>63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Lilita One</vt:lpstr>
      <vt:lpstr>Gill Sans Ultra Bold</vt:lpstr>
      <vt:lpstr>Arial</vt:lpstr>
      <vt:lpstr>Didact Gothic</vt:lpstr>
      <vt:lpstr>Noto Sans KR Black</vt:lpstr>
      <vt:lpstr>Pre-K Class Rules by Slidesgo</vt:lpstr>
      <vt:lpstr>Python Classic </vt:lpstr>
      <vt:lpstr>리스트 복습</vt:lpstr>
      <vt:lpstr>PowerPoint 프레젠테이션</vt:lpstr>
      <vt:lpstr>정답</vt:lpstr>
      <vt:lpstr>def 함수 복습</vt:lpstr>
      <vt:lpstr>다른 def 함수</vt:lpstr>
      <vt:lpstr>1. 임포트 ( import )</vt:lpstr>
      <vt:lpstr>다른 임포트</vt:lpstr>
      <vt:lpstr>time 임포트 실습</vt:lpstr>
      <vt:lpstr>정답 코드</vt:lpstr>
      <vt:lpstr>구구단 만들기</vt:lpstr>
      <vt:lpstr>2중 for문으로 구구단 만들기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지원 황</cp:lastModifiedBy>
  <cp:revision>3</cp:revision>
  <dcterms:modified xsi:type="dcterms:W3CDTF">2025-07-29T23:49:35Z</dcterms:modified>
</cp:coreProperties>
</file>